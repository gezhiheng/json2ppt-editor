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jpe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image" Target="../media/image-30-2.jpe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image" Target="../media/image-31-2.jpeg"/><Relationship Id="rId3" Type="http://schemas.openxmlformats.org/officeDocument/2006/relationships/image" Target="../media/image-31-3.jpe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image" Target="../media/image-32-2.jpeg"/><Relationship Id="rId3" Type="http://schemas.openxmlformats.org/officeDocument/2006/relationships/image" Target="../media/image-32-3.jpeg"/><Relationship Id="rId4" Type="http://schemas.openxmlformats.org/officeDocument/2006/relationships/image" Target="../media/image-32-4.jpe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2571750"/>
          </a:xfrm>
          <a:custGeom>
            <a:avLst/>
            <a:gdLst/>
            <a:ahLst/>
            <a:cxnLst/>
            <a:rect l="l" t="t" r="r" b="b"/>
            <a:pathLst>
              <a:path w="9144000" h="2571750">
                <a:moveTo>
                  <a:pt x="0" y="0"/>
                </a:moveTo>
                <a:lnTo>
                  <a:pt x="9144000" y="0"/>
                </a:lnTo>
                <a:lnTo>
                  <a:pt x="9144000" y="2571750"/>
                </a:lnTo>
                <a:lnTo>
                  <a:pt x="0" y="2571750"/>
                </a:lnTo>
                <a:close/>
              </a:path>
            </a:pathLst>
          </a:custGeom>
          <a:solidFill>
            <a:srgbClr val="9B0000"/>
          </a:solidFill>
          <a:ln/>
        </p:spPr>
      </p:sp>
      <p:sp>
        <p:nvSpPr>
          <p:cNvPr id="3" name="Shape 1"/>
          <p:cNvSpPr/>
          <p:nvPr/>
        </p:nvSpPr>
        <p:spPr>
          <a:xfrm>
            <a:off x="0" y="2571750"/>
            <a:ext cx="9144000" cy="2571750"/>
          </a:xfrm>
          <a:custGeom>
            <a:avLst/>
            <a:gdLst/>
            <a:ahLst/>
            <a:cxnLst/>
            <a:rect l="l" t="t" r="r" b="b"/>
            <a:pathLst>
              <a:path w="9144000" h="2571750">
                <a:moveTo>
                  <a:pt x="0" y="0"/>
                </a:moveTo>
                <a:lnTo>
                  <a:pt x="9144000" y="0"/>
                </a:lnTo>
                <a:lnTo>
                  <a:pt x="9144000" y="2571750"/>
                </a:lnTo>
                <a:lnTo>
                  <a:pt x="0" y="2571750"/>
                </a:lnTo>
                <a:close/>
              </a:path>
            </a:pathLst>
          </a:custGeom>
          <a:solidFill>
            <a:srgbClr val="F2F2F2"/>
          </a:solidFill>
          <a:ln/>
        </p:spPr>
      </p:sp>
      <p:sp>
        <p:nvSpPr>
          <p:cNvPr id="4" name="Shape 2"/>
          <p:cNvSpPr/>
          <p:nvPr/>
        </p:nvSpPr>
        <p:spPr>
          <a:xfrm>
            <a:off x="365760" y="365760"/>
            <a:ext cx="8412480" cy="4407408"/>
          </a:xfrm>
          <a:custGeom>
            <a:avLst/>
            <a:gdLst/>
            <a:ahLst/>
            <a:cxnLst/>
            <a:rect l="l" t="t" r="r" b="b"/>
            <a:pathLst>
              <a:path w="8412480" h="4407408">
                <a:moveTo>
                  <a:pt x="0" y="0"/>
                </a:moveTo>
                <a:lnTo>
                  <a:pt x="8412480" y="0"/>
                </a:lnTo>
                <a:lnTo>
                  <a:pt x="8412480" y="4407408"/>
                </a:lnTo>
                <a:lnTo>
                  <a:pt x="0" y="4407408"/>
                </a:lnTo>
                <a:close/>
              </a:path>
            </a:pathLst>
          </a:custGeom>
          <a:solidFill>
            <a:srgbClr val="FFFFFF"/>
          </a:solidFill>
          <a:ln/>
          <a:effectLst>
            <a:outerShdw sx="100000" sy="100000" kx="0" ky="0" algn="bl" rotWithShape="0" blurRad="73152" dist="50800" dir="2700000">
              <a:srgbClr val="#808080">
                <a:alpha val="75000"/>
              </a:srgbClr>
            </a:outerShdw>
          </a:effectLst>
        </p:spPr>
      </p:sp>
      <p:sp>
        <p:nvSpPr>
          <p:cNvPr id="5" name="Text 3"/>
          <p:cNvSpPr/>
          <p:nvPr/>
        </p:nvSpPr>
        <p:spPr>
          <a:xfrm>
            <a:off x="822960" y="1554480"/>
            <a:ext cx="7498080" cy="92354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888" b="1" dirty="0">
                <a:solidFill>
                  <a:srgbClr val="333333"/>
                </a:solidFill>
                <a:latin typeface="微软雅黑" pitchFamily="34" charset="0"/>
                <a:ea typeface="微软雅黑" pitchFamily="34" charset="-122"/>
                <a:cs typeface="微软雅黑" pitchFamily="34" charset="-120"/>
              </a:rPr>
              <a:t>模板封面标题</a:t>
            </a:r>
            <a:endParaRPr lang="en-US" sz="1152" dirty="0"/>
          </a:p>
        </p:txBody>
      </p:sp>
      <p:sp>
        <p:nvSpPr>
          <p:cNvPr id="6" name="Text 4"/>
          <p:cNvSpPr/>
          <p:nvPr/>
        </p:nvSpPr>
        <p:spPr>
          <a:xfrm>
            <a:off x="822960" y="2671208"/>
            <a:ext cx="7498080"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模板封面正文模板封面正文模板封面正文模板封面正文模板封面正文模板封面正文模板封面正文模板封面正文模板封面正文模板封面正文模板封面正文模板封面正文模板封面正文</a:t>
            </a:r>
            <a:endParaRPr lang="en-US" sz="1152" dirty="0"/>
          </a:p>
        </p:txBody>
      </p:sp>
      <p:sp>
        <p:nvSpPr>
          <p:cNvPr id="7" name="Shape 5"/>
          <p:cNvSpPr/>
          <p:nvPr/>
        </p:nvSpPr>
        <p:spPr>
          <a:xfrm>
            <a:off x="3612666" y="2573273"/>
            <a:ext cx="1918667" cy="0"/>
          </a:xfrm>
          <a:custGeom>
            <a:avLst/>
            <a:gdLst/>
            <a:ahLst/>
            <a:cxnLst/>
            <a:rect l="l" t="t" r="r" b="b"/>
            <a:pathLst>
              <a:path w="1918667" h="0">
                <a:moveTo>
                  <a:pt x="0" y="0"/>
                </a:moveTo>
                <a:lnTo>
                  <a:pt x="1918667" y="0"/>
                </a:lnTo>
              </a:path>
            </a:pathLst>
          </a:custGeom>
          <a:noFill/>
          <a:ln w="9144">
            <a:solidFill>
              <a:srgbClr val="9B0000"/>
            </a:solidFill>
            <a:prstDash val="solid"/>
            <a:headEnd type="none"/>
            <a:tailEnd type="none"/>
          </a:ln>
        </p:spPr>
      </p:sp>
      <p:sp>
        <p:nvSpPr>
          <p:cNvPr id="8" name="Text 6"/>
          <p:cNvSpPr/>
          <p:nvPr/>
        </p:nvSpPr>
        <p:spPr>
          <a:xfrm>
            <a:off x="3840480" y="3749040"/>
            <a:ext cx="1463040" cy="402336"/>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i="1" dirty="0">
                <a:solidFill>
                  <a:srgbClr val="333333"/>
                </a:solidFill>
                <a:latin typeface="微软雅黑" pitchFamily="34" charset="0"/>
                <a:ea typeface="微软雅黑" pitchFamily="34" charset="-122"/>
                <a:cs typeface="微软雅黑" pitchFamily="34" charset="-120"/>
              </a:rPr>
              <a:t>演讲人：XXX</a:t>
            </a:r>
            <a:endParaRPr lang="en-US" sz="1152" dirty="0"/>
          </a:p>
        </p:txBody>
      </p:sp>
      <p:sp>
        <p:nvSpPr>
          <p:cNvPr id="9" name="Shape 7"/>
          <p:cNvSpPr/>
          <p:nvPr/>
        </p:nvSpPr>
        <p:spPr>
          <a:xfrm>
            <a:off x="487811" y="432427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10" name="Shape 8"/>
          <p:cNvSpPr/>
          <p:nvPr/>
        </p:nvSpPr>
        <p:spPr>
          <a:xfrm rot="-5400000">
            <a:off x="8321040" y="432427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11" name="Shape 9"/>
          <p:cNvSpPr/>
          <p:nvPr/>
        </p:nvSpPr>
        <p:spPr>
          <a:xfrm rot="10800000">
            <a:off x="8321040" y="49724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12" name="Shape 10"/>
          <p:cNvSpPr/>
          <p:nvPr/>
        </p:nvSpPr>
        <p:spPr>
          <a:xfrm rot="5400000">
            <a:off x="487811" y="49724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5400000">
            <a:off x="655625" y="-655625"/>
            <a:ext cx="5143500" cy="6456578"/>
          </a:xfrm>
          <a:custGeom>
            <a:avLst/>
            <a:gdLst/>
            <a:ahLst/>
            <a:cxnLst/>
            <a:rect l="l" t="t" r="r" b="b"/>
            <a:pathLst>
              <a:path w="5143500" h="6456578">
                <a:moveTo>
                  <a:pt x="5143500" y="0"/>
                </a:moveTo>
                <a:lnTo>
                  <a:pt x="5143500" y="6456578"/>
                </a:lnTo>
                <a:lnTo>
                  <a:pt x="0" y="6456578"/>
                </a:lnTo>
                <a:lnTo>
                  <a:pt x="0" y="3228289"/>
                </a:lnTo>
                <a:lnTo>
                  <a:pt x="5143500" y="0"/>
                </a:lnTo>
                <a:close/>
              </a:path>
            </a:pathLst>
          </a:custGeom>
          <a:solidFill>
            <a:srgbClr val="9B0000"/>
          </a:solidFill>
          <a:ln/>
        </p:spPr>
      </p:sp>
      <p:sp>
        <p:nvSpPr>
          <p:cNvPr id="3" name="Shape 1"/>
          <p:cNvSpPr/>
          <p:nvPr/>
        </p:nvSpPr>
        <p:spPr>
          <a:xfrm flipH="1" flipV="1" rot="5400000">
            <a:off x="3611144" y="-386056"/>
            <a:ext cx="5150678" cy="5918218"/>
          </a:xfrm>
          <a:custGeom>
            <a:avLst/>
            <a:gdLst/>
            <a:ahLst/>
            <a:cxnLst/>
            <a:rect l="l" t="t" r="r" b="b"/>
            <a:pathLst>
              <a:path w="5150678" h="5918218">
                <a:moveTo>
                  <a:pt x="5150678" y="0"/>
                </a:moveTo>
                <a:lnTo>
                  <a:pt x="5150678" y="5918218"/>
                </a:lnTo>
                <a:lnTo>
                  <a:pt x="0" y="5918218"/>
                </a:lnTo>
                <a:lnTo>
                  <a:pt x="0" y="2959109"/>
                </a:lnTo>
                <a:lnTo>
                  <a:pt x="5150678" y="0"/>
                </a:lnTo>
                <a:close/>
              </a:path>
            </a:pathLst>
          </a:custGeom>
          <a:solidFill>
            <a:srgbClr val="F2F2F2"/>
          </a:solidFill>
          <a:ln/>
        </p:spPr>
      </p:sp>
      <p:sp>
        <p:nvSpPr>
          <p:cNvPr id="4" name="Shape 2"/>
          <p:cNvSpPr/>
          <p:nvPr/>
        </p:nvSpPr>
        <p:spPr>
          <a:xfrm>
            <a:off x="365760" y="365760"/>
            <a:ext cx="8412480" cy="4407408"/>
          </a:xfrm>
          <a:custGeom>
            <a:avLst/>
            <a:gdLst/>
            <a:ahLst/>
            <a:cxnLst/>
            <a:rect l="l" t="t" r="r" b="b"/>
            <a:pathLst>
              <a:path w="8412480" h="4407408">
                <a:moveTo>
                  <a:pt x="0" y="0"/>
                </a:moveTo>
                <a:lnTo>
                  <a:pt x="8412480" y="0"/>
                </a:lnTo>
                <a:lnTo>
                  <a:pt x="8412480" y="4407408"/>
                </a:lnTo>
                <a:lnTo>
                  <a:pt x="0" y="4407408"/>
                </a:lnTo>
                <a:close/>
              </a:path>
            </a:pathLst>
          </a:custGeom>
          <a:solidFill>
            <a:srgbClr val="FFFFFF"/>
          </a:solidFill>
          <a:ln/>
          <a:effectLst>
            <a:outerShdw sx="100000" sy="100000" kx="0" ky="0" algn="bl" rotWithShape="0" blurRad="73152" dist="50800" dir="2700000">
              <a:srgbClr val="#808080">
                <a:alpha val="75000"/>
              </a:srgbClr>
            </a:outerShdw>
          </a:effectLst>
        </p:spPr>
      </p:sp>
      <p:sp>
        <p:nvSpPr>
          <p:cNvPr id="5" name="Text 3"/>
          <p:cNvSpPr/>
          <p:nvPr/>
        </p:nvSpPr>
        <p:spPr>
          <a:xfrm>
            <a:off x="822960" y="1554480"/>
            <a:ext cx="7498080" cy="92354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888" b="1" dirty="0">
                <a:solidFill>
                  <a:srgbClr val="333333"/>
                </a:solidFill>
                <a:latin typeface="微软雅黑" pitchFamily="34" charset="0"/>
                <a:ea typeface="微软雅黑" pitchFamily="34" charset="-122"/>
                <a:cs typeface="微软雅黑" pitchFamily="34" charset="-120"/>
              </a:rPr>
              <a:t>模板封面标题</a:t>
            </a:r>
            <a:endParaRPr lang="en-US" sz="1152" dirty="0"/>
          </a:p>
        </p:txBody>
      </p:sp>
      <p:sp>
        <p:nvSpPr>
          <p:cNvPr id="6" name="Text 4"/>
          <p:cNvSpPr/>
          <p:nvPr/>
        </p:nvSpPr>
        <p:spPr>
          <a:xfrm>
            <a:off x="822960" y="2671208"/>
            <a:ext cx="7498080"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模板封面正文模板封面正文模板封面正文模板封面正文模板封面正文模板封面正文模板封面正文模板封面正文模板封面正文模板封面正文模板封面正文模板封面正文模板封面正文</a:t>
            </a:r>
            <a:endParaRPr lang="en-US" sz="1152" dirty="0"/>
          </a:p>
        </p:txBody>
      </p:sp>
      <p:sp>
        <p:nvSpPr>
          <p:cNvPr id="7" name="Shape 5"/>
          <p:cNvSpPr/>
          <p:nvPr/>
        </p:nvSpPr>
        <p:spPr>
          <a:xfrm>
            <a:off x="3612666" y="2573273"/>
            <a:ext cx="1918667" cy="0"/>
          </a:xfrm>
          <a:custGeom>
            <a:avLst/>
            <a:gdLst/>
            <a:ahLst/>
            <a:cxnLst/>
            <a:rect l="l" t="t" r="r" b="b"/>
            <a:pathLst>
              <a:path w="1918667" h="0">
                <a:moveTo>
                  <a:pt x="0" y="0"/>
                </a:moveTo>
                <a:lnTo>
                  <a:pt x="1918667" y="0"/>
                </a:lnTo>
              </a:path>
            </a:pathLst>
          </a:custGeom>
          <a:noFill/>
          <a:ln w="9144">
            <a:solidFill>
              <a:srgbClr val="9B0000"/>
            </a:solidFill>
            <a:prstDash val="solid"/>
            <a:headEnd type="none"/>
            <a:tailEnd type="none"/>
          </a:ln>
        </p:spPr>
      </p:sp>
      <p:sp>
        <p:nvSpPr>
          <p:cNvPr id="8" name="Text 6"/>
          <p:cNvSpPr/>
          <p:nvPr/>
        </p:nvSpPr>
        <p:spPr>
          <a:xfrm>
            <a:off x="3840480" y="3749040"/>
            <a:ext cx="1463040" cy="402336"/>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i="1" dirty="0">
                <a:solidFill>
                  <a:srgbClr val="333333"/>
                </a:solidFill>
                <a:latin typeface="微软雅黑" pitchFamily="34" charset="0"/>
                <a:ea typeface="微软雅黑" pitchFamily="34" charset="-122"/>
                <a:cs typeface="微软雅黑" pitchFamily="34" charset="-120"/>
              </a:rPr>
              <a:t>演讲人：XXX</a:t>
            </a:r>
            <a:endParaRPr lang="en-US" sz="1152" dirty="0"/>
          </a:p>
        </p:txBody>
      </p:sp>
      <p:sp>
        <p:nvSpPr>
          <p:cNvPr id="9" name="Shape 7"/>
          <p:cNvSpPr/>
          <p:nvPr/>
        </p:nvSpPr>
        <p:spPr>
          <a:xfrm>
            <a:off x="487811" y="432427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10" name="Shape 8"/>
          <p:cNvSpPr/>
          <p:nvPr/>
        </p:nvSpPr>
        <p:spPr>
          <a:xfrm rot="-5400000">
            <a:off x="8321040" y="432427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11" name="Shape 9"/>
          <p:cNvSpPr/>
          <p:nvPr/>
        </p:nvSpPr>
        <p:spPr>
          <a:xfrm rot="10800000">
            <a:off x="8321040" y="49724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12" name="Shape 10"/>
          <p:cNvSpPr/>
          <p:nvPr/>
        </p:nvSpPr>
        <p:spPr>
          <a:xfrm rot="5400000">
            <a:off x="487811" y="49724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823460" y="-583387"/>
            <a:ext cx="6309360" cy="6309360"/>
          </a:xfrm>
          <a:custGeom>
            <a:avLst/>
            <a:gdLst/>
            <a:ahLst/>
            <a:cxnLst/>
            <a:rect l="l" t="t" r="r" b="b"/>
            <a:pathLst>
              <a:path w="6309360" h="6309360">
                <a:moveTo>
                  <a:pt x="3154680" y="0"/>
                </a:moveTo>
                <a:cubicBezTo>
                  <a:pt x="4895795" y="0"/>
                  <a:pt x="6309360" y="1413565"/>
                  <a:pt x="6309360" y="3154680"/>
                </a:cubicBezTo>
                <a:cubicBezTo>
                  <a:pt x="6309360" y="4895795"/>
                  <a:pt x="4895795" y="6309360"/>
                  <a:pt x="3154680" y="6309360"/>
                </a:cubicBezTo>
                <a:cubicBezTo>
                  <a:pt x="1413565" y="6309360"/>
                  <a:pt x="0" y="4895795"/>
                  <a:pt x="0" y="3154680"/>
                </a:cubicBezTo>
                <a:cubicBezTo>
                  <a:pt x="0" y="1413565"/>
                  <a:pt x="1413565" y="0"/>
                  <a:pt x="3154680" y="0"/>
                </a:cubicBezTo>
                <a:close/>
              </a:path>
            </a:pathLst>
          </a:custGeom>
          <a:solidFill>
            <a:srgbClr val="FFFFFF"/>
          </a:solidFill>
          <a:ln w="9144">
            <a:solidFill>
              <a:srgbClr val="9B0000"/>
            </a:solidFill>
            <a:prstDash val="solid"/>
          </a:ln>
        </p:spPr>
      </p:sp>
      <p:pic>
        <p:nvPicPr>
          <p:cNvPr id="3" name="Image 0" descr="preencoded.png">    </p:cNvPr>
          <p:cNvPicPr>
            <a:picLocks noChangeAspect="1"/>
          </p:cNvPicPr>
          <p:nvPr/>
        </p:nvPicPr>
        <p:blipFill>
          <a:blip r:embed="rId1"/>
          <a:srcRect l="0" r="0" t="0" b="0"/>
          <a:stretch/>
        </p:blipFill>
        <p:spPr>
          <a:xfrm>
            <a:off x="4937760" y="-469087"/>
            <a:ext cx="6080760" cy="6080760"/>
          </a:xfrm>
          <a:prstGeom prst="ellipse">
            <a:avLst/>
          </a:prstGeom>
        </p:spPr>
      </p:pic>
      <p:sp>
        <p:nvSpPr>
          <p:cNvPr id="4" name="Shape 1"/>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close/>
              </a:path>
            </a:pathLst>
          </a:custGeom>
          <a:solidFill>
            <a:srgbClr val="FFFFFF">
              <a:alpha val="0"/>
            </a:srgbClr>
          </a:solidFill>
          <a:ln w="182880">
            <a:solidFill>
              <a:srgbClr val="9B0000"/>
            </a:solidFill>
            <a:prstDash val="solid"/>
          </a:ln>
        </p:spPr>
      </p:sp>
      <p:sp>
        <p:nvSpPr>
          <p:cNvPr id="5" name="Text 2"/>
          <p:cNvSpPr/>
          <p:nvPr/>
        </p:nvSpPr>
        <p:spPr>
          <a:xfrm>
            <a:off x="320040" y="1248156"/>
            <a:ext cx="4297680" cy="73152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2880" b="1" dirty="0">
                <a:solidFill>
                  <a:srgbClr val="9B0000"/>
                </a:solidFill>
                <a:latin typeface="微软雅黑" pitchFamily="34" charset="0"/>
                <a:ea typeface="微软雅黑" pitchFamily="34" charset="-122"/>
                <a:cs typeface="微软雅黑" pitchFamily="34" charset="-120"/>
              </a:rPr>
              <a:t>模板封面标题</a:t>
            </a:r>
            <a:endParaRPr lang="en-US" sz="1152" dirty="0"/>
          </a:p>
        </p:txBody>
      </p:sp>
      <p:sp>
        <p:nvSpPr>
          <p:cNvPr id="6" name="Shape 3"/>
          <p:cNvSpPr/>
          <p:nvPr/>
        </p:nvSpPr>
        <p:spPr>
          <a:xfrm>
            <a:off x="457200" y="2113189"/>
            <a:ext cx="1837315" cy="0"/>
          </a:xfrm>
          <a:custGeom>
            <a:avLst/>
            <a:gdLst/>
            <a:ahLst/>
            <a:cxnLst/>
            <a:rect l="l" t="t" r="r" b="b"/>
            <a:pathLst>
              <a:path w="1837315" h="0">
                <a:moveTo>
                  <a:pt x="0" y="0"/>
                </a:moveTo>
                <a:lnTo>
                  <a:pt x="1837315" y="0"/>
                </a:lnTo>
              </a:path>
            </a:pathLst>
          </a:custGeom>
          <a:noFill/>
          <a:ln w="9144">
            <a:solidFill>
              <a:srgbClr val="9B0000"/>
            </a:solidFill>
            <a:prstDash val="solid"/>
            <a:headEnd type="none"/>
            <a:tailEnd type="none"/>
          </a:ln>
        </p:spPr>
      </p:sp>
      <p:sp>
        <p:nvSpPr>
          <p:cNvPr id="7" name="Text 4"/>
          <p:cNvSpPr/>
          <p:nvPr/>
        </p:nvSpPr>
        <p:spPr>
          <a:xfrm>
            <a:off x="320040" y="2308860"/>
            <a:ext cx="4114800" cy="84124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i="1" dirty="0">
                <a:solidFill>
                  <a:srgbClr val="808080"/>
                </a:solidFill>
                <a:latin typeface="微软雅黑" pitchFamily="34" charset="0"/>
                <a:ea typeface="微软雅黑" pitchFamily="34" charset="-122"/>
                <a:cs typeface="微软雅黑" pitchFamily="34" charset="-120"/>
              </a:rPr>
              <a:t>模板封面正文模板封面正文模板封面正文模板封面正文模板封面正文模板封面正文模板封面正文模板封面正文模板封面正文模板封面</a:t>
            </a:r>
            <a:endParaRPr lang="en-US" sz="1152" dirty="0"/>
          </a:p>
        </p:txBody>
      </p:sp>
      <p:sp>
        <p:nvSpPr>
          <p:cNvPr id="8" name="Text 5"/>
          <p:cNvSpPr/>
          <p:nvPr/>
        </p:nvSpPr>
        <p:spPr>
          <a:xfrm>
            <a:off x="320040" y="4474223"/>
            <a:ext cx="1463040" cy="402336"/>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i="1" dirty="0">
                <a:solidFill>
                  <a:srgbClr val="808080"/>
                </a:solidFill>
                <a:latin typeface="微软雅黑" pitchFamily="34" charset="0"/>
                <a:ea typeface="微软雅黑" pitchFamily="34" charset="-122"/>
                <a:cs typeface="微软雅黑" pitchFamily="34" charset="-120"/>
              </a:rPr>
              <a:t>演讲人：XXX</a:t>
            </a:r>
            <a:endParaRPr lang="en-US" sz="115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1005840"/>
            <a:ext cx="5029200" cy="1371600"/>
          </a:xfrm>
          <a:custGeom>
            <a:avLst/>
            <a:gdLst/>
            <a:ahLst/>
            <a:cxnLst/>
            <a:rect l="l" t="t" r="r" b="b"/>
            <a:pathLst>
              <a:path w="5029200" h="1371600">
                <a:moveTo>
                  <a:pt x="0" y="649411"/>
                </a:moveTo>
                <a:lnTo>
                  <a:pt x="0" y="0"/>
                </a:lnTo>
                <a:lnTo>
                  <a:pt x="4307011" y="0"/>
                </a:lnTo>
                <a:lnTo>
                  <a:pt x="5029200" y="722189"/>
                </a:lnTo>
                <a:lnTo>
                  <a:pt x="5029200" y="1371600"/>
                </a:lnTo>
                <a:lnTo>
                  <a:pt x="722189" y="1371600"/>
                </a:lnTo>
                <a:close/>
              </a:path>
            </a:pathLst>
          </a:custGeom>
          <a:solidFill>
            <a:srgbClr val="7E0001"/>
          </a:solidFill>
          <a:ln/>
        </p:spPr>
      </p:sp>
      <p:sp>
        <p:nvSpPr>
          <p:cNvPr id="3" name="Shape 1"/>
          <p:cNvSpPr/>
          <p:nvPr/>
        </p:nvSpPr>
        <p:spPr>
          <a:xfrm>
            <a:off x="4114800" y="2766060"/>
            <a:ext cx="5029200" cy="1371600"/>
          </a:xfrm>
          <a:custGeom>
            <a:avLst/>
            <a:gdLst/>
            <a:ahLst/>
            <a:cxnLst/>
            <a:rect l="l" t="t" r="r" b="b"/>
            <a:pathLst>
              <a:path w="5029200" h="1371600">
                <a:moveTo>
                  <a:pt x="0" y="782372"/>
                </a:moveTo>
                <a:lnTo>
                  <a:pt x="0" y="0"/>
                </a:lnTo>
                <a:lnTo>
                  <a:pt x="4439972" y="0"/>
                </a:lnTo>
                <a:lnTo>
                  <a:pt x="5029200" y="589228"/>
                </a:lnTo>
                <a:lnTo>
                  <a:pt x="5029200" y="1371600"/>
                </a:lnTo>
                <a:lnTo>
                  <a:pt x="589228" y="1371600"/>
                </a:lnTo>
                <a:close/>
              </a:path>
            </a:pathLst>
          </a:custGeom>
          <a:solidFill>
            <a:srgbClr val="7E0001"/>
          </a:solidFill>
          <a:ln/>
        </p:spPr>
      </p:sp>
      <p:sp>
        <p:nvSpPr>
          <p:cNvPr id="4" name="Shape 2"/>
          <p:cNvSpPr/>
          <p:nvPr/>
        </p:nvSpPr>
        <p:spPr>
          <a:xfrm>
            <a:off x="0" y="1304010"/>
            <a:ext cx="9144000" cy="2535480"/>
          </a:xfrm>
          <a:custGeom>
            <a:avLst/>
            <a:gdLst/>
            <a:ahLst/>
            <a:cxnLst/>
            <a:rect l="l" t="t" r="r" b="b"/>
            <a:pathLst>
              <a:path w="9144000" h="2535480">
                <a:moveTo>
                  <a:pt x="0" y="0"/>
                </a:moveTo>
                <a:lnTo>
                  <a:pt x="9144000" y="0"/>
                </a:lnTo>
                <a:lnTo>
                  <a:pt x="9144000" y="2535480"/>
                </a:lnTo>
                <a:lnTo>
                  <a:pt x="0" y="2535480"/>
                </a:lnTo>
                <a:close/>
              </a:path>
            </a:pathLst>
          </a:custGeom>
          <a:solidFill>
            <a:srgbClr val="9B0000"/>
          </a:solidFill>
          <a:ln/>
        </p:spPr>
      </p:sp>
      <p:sp>
        <p:nvSpPr>
          <p:cNvPr id="5" name="Text 3"/>
          <p:cNvSpPr/>
          <p:nvPr/>
        </p:nvSpPr>
        <p:spPr>
          <a:xfrm>
            <a:off x="2514600" y="1642262"/>
            <a:ext cx="6217920" cy="84124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3456" b="1" dirty="0">
                <a:solidFill>
                  <a:srgbClr val="FFFFFF"/>
                </a:solidFill>
                <a:latin typeface="微软雅黑" pitchFamily="34" charset="0"/>
                <a:ea typeface="微软雅黑" pitchFamily="34" charset="-122"/>
                <a:cs typeface="微软雅黑" pitchFamily="34" charset="-120"/>
              </a:rPr>
              <a:t>模板封面标题</a:t>
            </a:r>
            <a:endParaRPr lang="en-US" sz="1152" dirty="0"/>
          </a:p>
        </p:txBody>
      </p:sp>
      <p:sp>
        <p:nvSpPr>
          <p:cNvPr id="6" name="Shape 4"/>
          <p:cNvSpPr/>
          <p:nvPr/>
        </p:nvSpPr>
        <p:spPr>
          <a:xfrm>
            <a:off x="2653333" y="2571750"/>
            <a:ext cx="1410215" cy="0"/>
          </a:xfrm>
          <a:custGeom>
            <a:avLst/>
            <a:gdLst/>
            <a:ahLst/>
            <a:cxnLst/>
            <a:rect l="l" t="t" r="r" b="b"/>
            <a:pathLst>
              <a:path w="1410215" h="0">
                <a:moveTo>
                  <a:pt x="0" y="0"/>
                </a:moveTo>
                <a:lnTo>
                  <a:pt x="1410215" y="0"/>
                </a:lnTo>
              </a:path>
            </a:pathLst>
          </a:custGeom>
          <a:noFill/>
          <a:ln w="9144">
            <a:solidFill>
              <a:srgbClr val="FFFFFF"/>
            </a:solidFill>
            <a:prstDash val="solid"/>
            <a:headEnd type="none"/>
            <a:tailEnd type="none"/>
          </a:ln>
        </p:spPr>
      </p:sp>
      <p:sp>
        <p:nvSpPr>
          <p:cNvPr id="7" name="Text 5"/>
          <p:cNvSpPr/>
          <p:nvPr/>
        </p:nvSpPr>
        <p:spPr>
          <a:xfrm>
            <a:off x="2514600" y="2651760"/>
            <a:ext cx="6217920" cy="621792"/>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模板封面正文模板封面正文模板封面正文模板封面正文模板封面正文模板封面正文模板封面正文模板封面正文模板封面正文模板封面正文模板封面正文模板封面正文模板封面正文</a:t>
            </a:r>
            <a:endParaRPr lang="en-US" sz="1152" dirty="0"/>
          </a:p>
        </p:txBody>
      </p:sp>
      <p:pic>
        <p:nvPicPr>
          <p:cNvPr id="8" name="Image 0" descr="preencoded.png">    </p:cNvPr>
          <p:cNvPicPr>
            <a:picLocks noChangeAspect="1"/>
          </p:cNvPicPr>
          <p:nvPr/>
        </p:nvPicPr>
        <p:blipFill>
          <a:blip r:embed="rId1"/>
          <a:srcRect l="0" r="0" t="0" b="0"/>
          <a:stretch/>
        </p:blipFill>
        <p:spPr>
          <a:xfrm>
            <a:off x="438912" y="1691640"/>
            <a:ext cx="1645920" cy="1645920"/>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82880"/>
            <a:ext cx="9875520" cy="2209774"/>
          </a:xfrm>
          <a:custGeom>
            <a:avLst/>
            <a:gdLst/>
            <a:ahLst/>
            <a:cxnLst/>
            <a:rect l="l" t="t" r="r" b="b"/>
            <a:pathLst>
              <a:path w="9875520" h="2209774">
                <a:moveTo>
                  <a:pt x="4937760" y="0"/>
                </a:moveTo>
                <a:cubicBezTo>
                  <a:pt x="7662984" y="0"/>
                  <a:pt x="9875520" y="495083"/>
                  <a:pt x="9875520" y="1104887"/>
                </a:cubicBezTo>
                <a:cubicBezTo>
                  <a:pt x="9875520" y="1714691"/>
                  <a:pt x="7662984" y="2209774"/>
                  <a:pt x="4937760" y="2209774"/>
                </a:cubicBezTo>
                <a:cubicBezTo>
                  <a:pt x="2212536" y="2209774"/>
                  <a:pt x="0" y="1714691"/>
                  <a:pt x="0" y="1104887"/>
                </a:cubicBezTo>
                <a:cubicBezTo>
                  <a:pt x="0" y="495083"/>
                  <a:pt x="2212536" y="0"/>
                  <a:pt x="4937760" y="0"/>
                </a:cubicBezTo>
                <a:close/>
              </a:path>
            </a:pathLst>
          </a:custGeom>
          <a:solidFill>
            <a:srgbClr val="9B0000"/>
          </a:solidFill>
          <a:ln/>
        </p:spPr>
      </p:sp>
      <p:sp>
        <p:nvSpPr>
          <p:cNvPr id="3" name="Shape 1"/>
          <p:cNvSpPr/>
          <p:nvPr/>
        </p:nvSpPr>
        <p:spPr>
          <a:xfrm>
            <a:off x="3931920" y="1386814"/>
            <a:ext cx="1280160" cy="1280160"/>
          </a:xfrm>
          <a:custGeom>
            <a:avLst/>
            <a:gdLst/>
            <a:ahLst/>
            <a:cxnLst/>
            <a:rect l="l" t="t" r="r" b="b"/>
            <a:pathLst>
              <a:path w="1280160" h="1280160">
                <a:moveTo>
                  <a:pt x="640080" y="0"/>
                </a:moveTo>
                <a:cubicBezTo>
                  <a:pt x="993350" y="0"/>
                  <a:pt x="1280160" y="286810"/>
                  <a:pt x="1280160" y="640080"/>
                </a:cubicBezTo>
                <a:cubicBezTo>
                  <a:pt x="1280160" y="993350"/>
                  <a:pt x="993350" y="1280160"/>
                  <a:pt x="640080" y="1280160"/>
                </a:cubicBezTo>
                <a:cubicBezTo>
                  <a:pt x="286810" y="1280160"/>
                  <a:pt x="0" y="993350"/>
                  <a:pt x="0" y="640080"/>
                </a:cubicBezTo>
                <a:cubicBezTo>
                  <a:pt x="0" y="286810"/>
                  <a:pt x="286810" y="0"/>
                  <a:pt x="640080" y="0"/>
                </a:cubicBezTo>
                <a:close/>
              </a:path>
            </a:pathLst>
          </a:custGeom>
          <a:solidFill>
            <a:srgbClr val="FFFFFF"/>
          </a:solidFill>
          <a:ln/>
        </p:spPr>
      </p:sp>
      <p:pic>
        <p:nvPicPr>
          <p:cNvPr id="4" name="Image 0" descr="preencoded.png">    </p:cNvPr>
          <p:cNvPicPr>
            <a:picLocks noChangeAspect="1"/>
          </p:cNvPicPr>
          <p:nvPr/>
        </p:nvPicPr>
        <p:blipFill>
          <a:blip r:embed="rId1"/>
          <a:srcRect l="0" r="0" t="0" b="0"/>
          <a:stretch/>
        </p:blipFill>
        <p:spPr>
          <a:xfrm>
            <a:off x="4023360" y="1478254"/>
            <a:ext cx="1097280" cy="1097280"/>
          </a:xfrm>
          <a:prstGeom prst="ellipse">
            <a:avLst/>
          </a:prstGeom>
        </p:spPr>
      </p:pic>
      <p:sp>
        <p:nvSpPr>
          <p:cNvPr id="5" name="Shape 2"/>
          <p:cNvSpPr/>
          <p:nvPr/>
        </p:nvSpPr>
        <p:spPr>
          <a:xfrm>
            <a:off x="0" y="0"/>
            <a:ext cx="9144000" cy="1097280"/>
          </a:xfrm>
          <a:custGeom>
            <a:avLst/>
            <a:gdLst/>
            <a:ahLst/>
            <a:cxnLst/>
            <a:rect l="l" t="t" r="r" b="b"/>
            <a:pathLst>
              <a:path w="9144000" h="1097280">
                <a:moveTo>
                  <a:pt x="0" y="0"/>
                </a:moveTo>
                <a:lnTo>
                  <a:pt x="9144000" y="0"/>
                </a:lnTo>
                <a:lnTo>
                  <a:pt x="9144000" y="1097280"/>
                </a:lnTo>
                <a:lnTo>
                  <a:pt x="0" y="1097280"/>
                </a:lnTo>
                <a:close/>
              </a:path>
            </a:pathLst>
          </a:custGeom>
          <a:solidFill>
            <a:srgbClr val="9B0000"/>
          </a:solidFill>
          <a:ln/>
        </p:spPr>
      </p:sp>
      <p:sp>
        <p:nvSpPr>
          <p:cNvPr id="6" name="Text 3"/>
          <p:cNvSpPr/>
          <p:nvPr/>
        </p:nvSpPr>
        <p:spPr>
          <a:xfrm>
            <a:off x="822960" y="2743200"/>
            <a:ext cx="7498080" cy="841248"/>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456" b="1" dirty="0">
                <a:solidFill>
                  <a:srgbClr val="333333"/>
                </a:solidFill>
                <a:latin typeface="微软雅黑" pitchFamily="34" charset="0"/>
                <a:ea typeface="微软雅黑" pitchFamily="34" charset="-122"/>
                <a:cs typeface="微软雅黑" pitchFamily="34" charset="-120"/>
              </a:rPr>
              <a:t>模板封面标题</a:t>
            </a:r>
            <a:endParaRPr lang="en-US" sz="1152" dirty="0"/>
          </a:p>
        </p:txBody>
      </p:sp>
      <p:sp>
        <p:nvSpPr>
          <p:cNvPr id="7" name="Text 4"/>
          <p:cNvSpPr/>
          <p:nvPr/>
        </p:nvSpPr>
        <p:spPr>
          <a:xfrm>
            <a:off x="822960" y="3871570"/>
            <a:ext cx="7498080"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模板封面正文模板封面正文模板封面正文模板封面正文模板封面正文模板封面正文模板封面正文模板封面正文模板封面正文模板封面正文模板封面正文模板封面正文模板封面正文</a:t>
            </a:r>
            <a:endParaRPr lang="en-US" sz="1152" dirty="0"/>
          </a:p>
        </p:txBody>
      </p:sp>
      <p:sp>
        <p:nvSpPr>
          <p:cNvPr id="8" name="Shape 5"/>
          <p:cNvSpPr/>
          <p:nvPr/>
        </p:nvSpPr>
        <p:spPr>
          <a:xfrm>
            <a:off x="3612666" y="3657600"/>
            <a:ext cx="1918667" cy="0"/>
          </a:xfrm>
          <a:custGeom>
            <a:avLst/>
            <a:gdLst/>
            <a:ahLst/>
            <a:cxnLst/>
            <a:rect l="l" t="t" r="r" b="b"/>
            <a:pathLst>
              <a:path w="1918667" h="0">
                <a:moveTo>
                  <a:pt x="0" y="0"/>
                </a:moveTo>
                <a:lnTo>
                  <a:pt x="1918667" y="0"/>
                </a:lnTo>
              </a:path>
            </a:pathLst>
          </a:custGeom>
          <a:noFill/>
          <a:ln w="9144">
            <a:solidFill>
              <a:srgbClr val="9B0000"/>
            </a:solidFill>
            <a:prstDash val="solid"/>
            <a:headEnd type="none"/>
            <a:tailEnd type="non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1200607"/>
            <a:ext cx="9144000" cy="2743200"/>
          </a:xfrm>
          <a:custGeom>
            <a:avLst/>
            <a:gdLst/>
            <a:ahLst/>
            <a:cxnLst/>
            <a:rect l="l" t="t" r="r" b="b"/>
            <a:pathLst>
              <a:path w="9144000" h="2743200">
                <a:moveTo>
                  <a:pt x="0" y="0"/>
                </a:moveTo>
                <a:lnTo>
                  <a:pt x="9144000" y="0"/>
                </a:lnTo>
                <a:lnTo>
                  <a:pt x="9144000" y="2743200"/>
                </a:lnTo>
                <a:lnTo>
                  <a:pt x="0" y="2743200"/>
                </a:lnTo>
                <a:close/>
              </a:path>
            </a:pathLst>
          </a:custGeom>
          <a:solidFill>
            <a:srgbClr val="9B0000">
              <a:alpha val="70000"/>
            </a:srgbClr>
          </a:solidFill>
          <a:ln/>
        </p:spPr>
      </p:sp>
      <p:sp>
        <p:nvSpPr>
          <p:cNvPr id="4" name="Text 1"/>
          <p:cNvSpPr/>
          <p:nvPr/>
        </p:nvSpPr>
        <p:spPr>
          <a:xfrm>
            <a:off x="1463040" y="1837915"/>
            <a:ext cx="6217920" cy="841248"/>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456" b="1" dirty="0">
                <a:solidFill>
                  <a:srgbClr val="FFFFFF"/>
                </a:solidFill>
                <a:latin typeface="微软雅黑" pitchFamily="34" charset="0"/>
                <a:ea typeface="微软雅黑" pitchFamily="34" charset="-122"/>
                <a:cs typeface="微软雅黑" pitchFamily="34" charset="-120"/>
              </a:rPr>
              <a:t>模板封面标题</a:t>
            </a:r>
            <a:endParaRPr lang="en-US" sz="1152" dirty="0"/>
          </a:p>
        </p:txBody>
      </p:sp>
      <p:sp>
        <p:nvSpPr>
          <p:cNvPr id="5" name="Shape 2"/>
          <p:cNvSpPr/>
          <p:nvPr/>
        </p:nvSpPr>
        <p:spPr>
          <a:xfrm>
            <a:off x="2307640" y="2767860"/>
            <a:ext cx="4576176" cy="0"/>
          </a:xfrm>
          <a:custGeom>
            <a:avLst/>
            <a:gdLst/>
            <a:ahLst/>
            <a:cxnLst/>
            <a:rect l="l" t="t" r="r" b="b"/>
            <a:pathLst>
              <a:path w="4576176" h="0">
                <a:moveTo>
                  <a:pt x="0" y="0"/>
                </a:moveTo>
                <a:lnTo>
                  <a:pt x="4576176" y="0"/>
                </a:lnTo>
              </a:path>
            </a:pathLst>
          </a:custGeom>
          <a:noFill/>
          <a:ln w="9144">
            <a:solidFill>
              <a:srgbClr val="FFFFFF"/>
            </a:solidFill>
            <a:prstDash val="solid"/>
            <a:headEnd type="none"/>
            <a:tailEnd type="none"/>
          </a:ln>
        </p:spPr>
      </p:sp>
      <p:sp>
        <p:nvSpPr>
          <p:cNvPr id="6" name="Text 3"/>
          <p:cNvSpPr/>
          <p:nvPr/>
        </p:nvSpPr>
        <p:spPr>
          <a:xfrm>
            <a:off x="1463040" y="2847412"/>
            <a:ext cx="6217920"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模板封面正文模板封面正文模板封面正文模板封面正文模板封面正文模板封面正文模板封面正文模板封面正文模板封面正文模板封面正文模板封面正文模板封面正文模板封面正文</a:t>
            </a:r>
            <a:endParaRPr lang="en-US" sz="115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103120" y="102870"/>
            <a:ext cx="4937760" cy="4937760"/>
          </a:xfrm>
          <a:custGeom>
            <a:avLst/>
            <a:gdLst/>
            <a:ahLst/>
            <a:cxnLst/>
            <a:rect l="l" t="t" r="r" b="b"/>
            <a:pathLst>
              <a:path w="4937760" h="4937760">
                <a:moveTo>
                  <a:pt x="2468880" y="0"/>
                </a:moveTo>
                <a:cubicBezTo>
                  <a:pt x="3831492" y="0"/>
                  <a:pt x="4937760" y="1106268"/>
                  <a:pt x="4937760" y="2468880"/>
                </a:cubicBezTo>
                <a:cubicBezTo>
                  <a:pt x="4937760" y="3831492"/>
                  <a:pt x="3831492" y="4937760"/>
                  <a:pt x="2468880" y="4937760"/>
                </a:cubicBezTo>
                <a:cubicBezTo>
                  <a:pt x="1106268" y="4937760"/>
                  <a:pt x="0" y="3831492"/>
                  <a:pt x="0" y="2468880"/>
                </a:cubicBezTo>
                <a:cubicBezTo>
                  <a:pt x="0" y="1106268"/>
                  <a:pt x="1106268" y="0"/>
                  <a:pt x="2468880" y="0"/>
                </a:cubicBezTo>
                <a:close/>
              </a:path>
            </a:pathLst>
          </a:custGeom>
          <a:solidFill>
            <a:srgbClr val="FFFFFF">
              <a:alpha val="0"/>
            </a:srgbClr>
          </a:solidFill>
          <a:ln w="18288">
            <a:solidFill>
              <a:srgbClr val="9B0000">
                <a:alpha val="70000"/>
              </a:srgbClr>
            </a:solidFill>
            <a:prstDash val="solid"/>
          </a:ln>
        </p:spPr>
      </p:sp>
      <p:sp>
        <p:nvSpPr>
          <p:cNvPr id="4" name="Shape 1"/>
          <p:cNvSpPr/>
          <p:nvPr/>
        </p:nvSpPr>
        <p:spPr>
          <a:xfrm>
            <a:off x="2194560" y="194310"/>
            <a:ext cx="4754880" cy="4754880"/>
          </a:xfrm>
          <a:custGeom>
            <a:avLst/>
            <a:gdLst/>
            <a:ahLst/>
            <a:cxnLst/>
            <a:rect l="l" t="t" r="r" b="b"/>
            <a:pathLst>
              <a:path w="4754880" h="4754880">
                <a:moveTo>
                  <a:pt x="2377440" y="0"/>
                </a:moveTo>
                <a:cubicBezTo>
                  <a:pt x="3689585" y="0"/>
                  <a:pt x="4754880" y="1065295"/>
                  <a:pt x="4754880" y="2377440"/>
                </a:cubicBezTo>
                <a:cubicBezTo>
                  <a:pt x="4754880" y="3689585"/>
                  <a:pt x="3689585" y="4754880"/>
                  <a:pt x="2377440" y="4754880"/>
                </a:cubicBezTo>
                <a:cubicBezTo>
                  <a:pt x="1065295" y="4754880"/>
                  <a:pt x="0" y="3689585"/>
                  <a:pt x="0" y="2377440"/>
                </a:cubicBezTo>
                <a:cubicBezTo>
                  <a:pt x="0" y="1065295"/>
                  <a:pt x="1065295" y="0"/>
                  <a:pt x="2377440" y="0"/>
                </a:cubicBezTo>
                <a:close/>
              </a:path>
            </a:pathLst>
          </a:custGeom>
          <a:solidFill>
            <a:srgbClr val="9B0000">
              <a:alpha val="70000"/>
            </a:srgbClr>
          </a:solidFill>
          <a:ln/>
        </p:spPr>
      </p:sp>
      <p:sp>
        <p:nvSpPr>
          <p:cNvPr id="5" name="Text 2"/>
          <p:cNvSpPr/>
          <p:nvPr/>
        </p:nvSpPr>
        <p:spPr>
          <a:xfrm>
            <a:off x="2398592" y="1756105"/>
            <a:ext cx="4353596" cy="731520"/>
          </a:xfrm>
          <a:prstGeom prst="rect">
            <a:avLst/>
          </a:prstGeom>
          <a:solidFill>
            <a:srgbClr val="FFFFFF">
              <a:alpha val="0"/>
            </a:srgbClr>
          </a:solidFill>
          <a:ln/>
          <a:effectLst>
            <a:outerShdw sx="100000" sy="100000" kx="0" ky="0" algn="bl" rotWithShape="0" blurRad="18288" dist="12700" dir="2700000">
              <a:srgbClr val="000000">
                <a:alpha val="75000"/>
              </a:srgbClr>
            </a:outerShdw>
          </a:effectLst>
        </p:spPr>
        <p:txBody>
          <a:bodyPr wrap="square" lIns="91440" tIns="38405" rIns="91440" bIns="0" rtlCol="0" anchor="t"/>
          <a:lstStyle/>
          <a:p>
            <a:pPr algn="ctr" indent="0" marL="0">
              <a:lnSpc>
                <a:spcPct val="150000"/>
              </a:lnSpc>
              <a:buNone/>
            </a:pPr>
            <a:r>
              <a:rPr lang="en-US" sz="2880" dirty="0">
                <a:solidFill>
                  <a:srgbClr val="FFFFFF"/>
                </a:solidFill>
                <a:latin typeface="微软雅黑" pitchFamily="34" charset="0"/>
                <a:ea typeface="微软雅黑" pitchFamily="34" charset="-122"/>
                <a:cs typeface="微软雅黑" pitchFamily="34" charset="-120"/>
              </a:rPr>
              <a:t>模板封面标题</a:t>
            </a:r>
            <a:endParaRPr lang="en-US" sz="1152" dirty="0"/>
          </a:p>
        </p:txBody>
      </p:sp>
      <p:sp>
        <p:nvSpPr>
          <p:cNvPr id="6" name="Shape 3"/>
          <p:cNvSpPr/>
          <p:nvPr/>
        </p:nvSpPr>
        <p:spPr>
          <a:xfrm>
            <a:off x="4131287" y="2576322"/>
            <a:ext cx="833970" cy="0"/>
          </a:xfrm>
          <a:custGeom>
            <a:avLst/>
            <a:gdLst/>
            <a:ahLst/>
            <a:cxnLst/>
            <a:rect l="l" t="t" r="r" b="b"/>
            <a:pathLst>
              <a:path w="833970" h="0">
                <a:moveTo>
                  <a:pt x="0" y="0"/>
                </a:moveTo>
                <a:lnTo>
                  <a:pt x="833970" y="0"/>
                </a:lnTo>
              </a:path>
            </a:pathLst>
          </a:custGeom>
          <a:noFill/>
          <a:ln w="9144">
            <a:solidFill>
              <a:srgbClr val="FFFFFF"/>
            </a:solidFill>
            <a:prstDash val="solid"/>
            <a:headEnd type="none"/>
            <a:tailEnd type="none"/>
          </a:ln>
        </p:spPr>
      </p:sp>
      <p:sp>
        <p:nvSpPr>
          <p:cNvPr id="7" name="Text 4"/>
          <p:cNvSpPr/>
          <p:nvPr/>
        </p:nvSpPr>
        <p:spPr>
          <a:xfrm>
            <a:off x="2398471" y="2766060"/>
            <a:ext cx="4353458"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模板封面正文模板封面正文模板封面正文模板封面正文模板封面正文模板封面正文模板封面正文模板封面正文模板</a:t>
            </a:r>
            <a:endParaRPr lang="en-US" sz="115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320040" y="347472"/>
            <a:ext cx="1828800" cy="731520"/>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4320" dirty="0">
                <a:solidFill>
                  <a:srgbClr val="333333"/>
                </a:solidFill>
                <a:latin typeface="微软雅黑" pitchFamily="34" charset="0"/>
                <a:ea typeface="微软雅黑" pitchFamily="34" charset="-122"/>
                <a:cs typeface="微软雅黑" pitchFamily="34" charset="-120"/>
              </a:rPr>
              <a:t>目录</a:t>
            </a:r>
            <a:endParaRPr lang="en-US" sz="1152" dirty="0"/>
          </a:p>
        </p:txBody>
      </p:sp>
      <p:sp>
        <p:nvSpPr>
          <p:cNvPr id="4" name="Text 1"/>
          <p:cNvSpPr/>
          <p:nvPr/>
        </p:nvSpPr>
        <p:spPr>
          <a:xfrm>
            <a:off x="382398" y="994647"/>
            <a:ext cx="2196512" cy="402336"/>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1728" b="1" spc="720" kern="0" dirty="0">
                <a:solidFill>
                  <a:srgbClr val="333333"/>
                </a:solidFill>
                <a:latin typeface="微软雅黑" pitchFamily="34" charset="0"/>
                <a:ea typeface="微软雅黑" pitchFamily="34" charset="-122"/>
                <a:cs typeface="微软雅黑" pitchFamily="34" charset="-120"/>
              </a:rPr>
              <a:t>CONTENTS</a:t>
            </a:r>
            <a:endParaRPr lang="en-US" sz="1152" dirty="0"/>
          </a:p>
        </p:txBody>
      </p:sp>
      <p:sp>
        <p:nvSpPr>
          <p:cNvPr id="5" name="Shape 2"/>
          <p:cNvSpPr/>
          <p:nvPr/>
        </p:nvSpPr>
        <p:spPr>
          <a:xfrm>
            <a:off x="486139" y="1464180"/>
            <a:ext cx="994516" cy="203381"/>
          </a:xfrm>
          <a:custGeom>
            <a:avLst/>
            <a:gdLst/>
            <a:ahLst/>
            <a:cxnLst/>
            <a:rect l="l" t="t" r="r" b="b"/>
            <a:pathLst>
              <a:path w="994516" h="203381">
                <a:moveTo>
                  <a:pt x="0" y="0"/>
                </a:moveTo>
                <a:lnTo>
                  <a:pt x="994516" y="0"/>
                </a:lnTo>
                <a:lnTo>
                  <a:pt x="994516" y="203381"/>
                </a:lnTo>
                <a:lnTo>
                  <a:pt x="0" y="203381"/>
                </a:lnTo>
                <a:close/>
              </a:path>
            </a:pathLst>
          </a:custGeom>
          <a:solidFill>
            <a:srgbClr val="9B0000"/>
          </a:solidFill>
          <a:ln/>
        </p:spPr>
      </p:sp>
      <p:sp>
        <p:nvSpPr>
          <p:cNvPr id="6" name="Shape 3"/>
          <p:cNvSpPr/>
          <p:nvPr/>
        </p:nvSpPr>
        <p:spPr>
          <a:xfrm>
            <a:off x="486139" y="1667561"/>
            <a:ext cx="4657420" cy="0"/>
          </a:xfrm>
          <a:custGeom>
            <a:avLst/>
            <a:gdLst/>
            <a:ahLst/>
            <a:cxnLst/>
            <a:rect l="l" t="t" r="r" b="b"/>
            <a:pathLst>
              <a:path w="4657420" h="0">
                <a:moveTo>
                  <a:pt x="0" y="0"/>
                </a:moveTo>
                <a:lnTo>
                  <a:pt x="4657420" y="0"/>
                </a:lnTo>
              </a:path>
            </a:pathLst>
          </a:custGeom>
          <a:noFill/>
          <a:ln w="18288">
            <a:solidFill>
              <a:srgbClr val="9B0000"/>
            </a:solidFill>
            <a:prstDash val="solid"/>
            <a:headEnd type="none"/>
            <a:tailEnd type="none"/>
          </a:ln>
        </p:spPr>
      </p:sp>
      <p:sp>
        <p:nvSpPr>
          <p:cNvPr id="7" name="Shape 4"/>
          <p:cNvSpPr/>
          <p:nvPr/>
        </p:nvSpPr>
        <p:spPr>
          <a:xfrm>
            <a:off x="496365" y="2408255"/>
            <a:ext cx="457200" cy="457200"/>
          </a:xfrm>
          <a:custGeom>
            <a:avLst/>
            <a:gdLst/>
            <a:ahLst/>
            <a:cxnLst/>
            <a:rect l="l" t="t" r="r" b="b"/>
            <a:pathLst>
              <a:path w="457200" h="457200">
                <a:moveTo>
                  <a:pt x="0" y="0"/>
                </a:moveTo>
                <a:lnTo>
                  <a:pt x="457200" y="0"/>
                </a:lnTo>
                <a:lnTo>
                  <a:pt x="457200" y="457200"/>
                </a:lnTo>
                <a:lnTo>
                  <a:pt x="0" y="457200"/>
                </a:lnTo>
                <a:close/>
              </a:path>
            </a:pathLst>
          </a:custGeom>
          <a:solidFill>
            <a:srgbClr val="9B0000"/>
          </a:solidFill>
          <a:ln/>
        </p:spPr>
      </p:sp>
      <p:sp>
        <p:nvSpPr>
          <p:cNvPr id="8" name="Text 5"/>
          <p:cNvSpPr/>
          <p:nvPr/>
        </p:nvSpPr>
        <p:spPr>
          <a:xfrm>
            <a:off x="496365" y="2408255"/>
            <a:ext cx="457200" cy="45720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9" name="Text 6"/>
          <p:cNvSpPr/>
          <p:nvPr/>
        </p:nvSpPr>
        <p:spPr>
          <a:xfrm>
            <a:off x="1003857" y="2380823"/>
            <a:ext cx="4362653"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10" name="Shape 7"/>
          <p:cNvSpPr/>
          <p:nvPr/>
        </p:nvSpPr>
        <p:spPr>
          <a:xfrm>
            <a:off x="496365" y="3155033"/>
            <a:ext cx="457200" cy="457200"/>
          </a:xfrm>
          <a:custGeom>
            <a:avLst/>
            <a:gdLst/>
            <a:ahLst/>
            <a:cxnLst/>
            <a:rect l="l" t="t" r="r" b="b"/>
            <a:pathLst>
              <a:path w="457200" h="457200">
                <a:moveTo>
                  <a:pt x="0" y="0"/>
                </a:moveTo>
                <a:lnTo>
                  <a:pt x="457200" y="0"/>
                </a:lnTo>
                <a:lnTo>
                  <a:pt x="457200" y="457200"/>
                </a:lnTo>
                <a:lnTo>
                  <a:pt x="0" y="457200"/>
                </a:lnTo>
                <a:close/>
              </a:path>
            </a:pathLst>
          </a:custGeom>
          <a:solidFill>
            <a:srgbClr val="9B0000"/>
          </a:solidFill>
          <a:ln/>
        </p:spPr>
      </p:sp>
      <p:sp>
        <p:nvSpPr>
          <p:cNvPr id="11" name="Text 8"/>
          <p:cNvSpPr/>
          <p:nvPr/>
        </p:nvSpPr>
        <p:spPr>
          <a:xfrm>
            <a:off x="496365" y="3155033"/>
            <a:ext cx="457200" cy="45720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2" name="Text 9"/>
          <p:cNvSpPr/>
          <p:nvPr/>
        </p:nvSpPr>
        <p:spPr>
          <a:xfrm>
            <a:off x="1003857" y="3127601"/>
            <a:ext cx="4362653"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目录项二</a:t>
            </a:r>
            <a:endParaRPr lang="en-US" sz="1152" dirty="0"/>
          </a:p>
        </p:txBody>
      </p:sp>
      <p:sp>
        <p:nvSpPr>
          <p:cNvPr id="13" name="Shape 10"/>
          <p:cNvSpPr/>
          <p:nvPr/>
        </p:nvSpPr>
        <p:spPr>
          <a:xfrm>
            <a:off x="496365" y="3901811"/>
            <a:ext cx="457200" cy="457200"/>
          </a:xfrm>
          <a:custGeom>
            <a:avLst/>
            <a:gdLst/>
            <a:ahLst/>
            <a:cxnLst/>
            <a:rect l="l" t="t" r="r" b="b"/>
            <a:pathLst>
              <a:path w="457200" h="457200">
                <a:moveTo>
                  <a:pt x="0" y="0"/>
                </a:moveTo>
                <a:lnTo>
                  <a:pt x="457200" y="0"/>
                </a:lnTo>
                <a:lnTo>
                  <a:pt x="457200" y="457200"/>
                </a:lnTo>
                <a:lnTo>
                  <a:pt x="0" y="457200"/>
                </a:lnTo>
                <a:close/>
              </a:path>
            </a:pathLst>
          </a:custGeom>
          <a:solidFill>
            <a:srgbClr val="9B0000"/>
          </a:solidFill>
          <a:ln/>
        </p:spPr>
      </p:sp>
      <p:sp>
        <p:nvSpPr>
          <p:cNvPr id="14" name="Text 11"/>
          <p:cNvSpPr/>
          <p:nvPr/>
        </p:nvSpPr>
        <p:spPr>
          <a:xfrm>
            <a:off x="496365" y="3901811"/>
            <a:ext cx="457200" cy="45720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5" name="Text 12"/>
          <p:cNvSpPr/>
          <p:nvPr/>
        </p:nvSpPr>
        <p:spPr>
          <a:xfrm>
            <a:off x="1003857" y="3874379"/>
            <a:ext cx="4362653"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目录项三</a:t>
            </a:r>
            <a:endParaRPr lang="en-US" sz="11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320040" y="347472"/>
            <a:ext cx="1828800" cy="731520"/>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4320" dirty="0">
                <a:solidFill>
                  <a:srgbClr val="333333"/>
                </a:solidFill>
                <a:latin typeface="微软雅黑" pitchFamily="34" charset="0"/>
                <a:ea typeface="微软雅黑" pitchFamily="34" charset="-122"/>
                <a:cs typeface="微软雅黑" pitchFamily="34" charset="-120"/>
              </a:rPr>
              <a:t>目录</a:t>
            </a:r>
            <a:endParaRPr lang="en-US" sz="1152" dirty="0"/>
          </a:p>
        </p:txBody>
      </p:sp>
      <p:sp>
        <p:nvSpPr>
          <p:cNvPr id="4" name="Text 1"/>
          <p:cNvSpPr/>
          <p:nvPr/>
        </p:nvSpPr>
        <p:spPr>
          <a:xfrm>
            <a:off x="382398" y="994647"/>
            <a:ext cx="2196512" cy="402336"/>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1728" b="1" spc="720" kern="0" dirty="0">
                <a:solidFill>
                  <a:srgbClr val="333333"/>
                </a:solidFill>
                <a:latin typeface="微软雅黑" pitchFamily="34" charset="0"/>
                <a:ea typeface="微软雅黑" pitchFamily="34" charset="-122"/>
                <a:cs typeface="微软雅黑" pitchFamily="34" charset="-120"/>
              </a:rPr>
              <a:t>CONTENTS</a:t>
            </a:r>
            <a:endParaRPr lang="en-US" sz="1152" dirty="0"/>
          </a:p>
        </p:txBody>
      </p:sp>
      <p:sp>
        <p:nvSpPr>
          <p:cNvPr id="5" name="Shape 2"/>
          <p:cNvSpPr/>
          <p:nvPr/>
        </p:nvSpPr>
        <p:spPr>
          <a:xfrm>
            <a:off x="486139" y="1464180"/>
            <a:ext cx="994516" cy="203381"/>
          </a:xfrm>
          <a:custGeom>
            <a:avLst/>
            <a:gdLst/>
            <a:ahLst/>
            <a:cxnLst/>
            <a:rect l="l" t="t" r="r" b="b"/>
            <a:pathLst>
              <a:path w="994516" h="203381">
                <a:moveTo>
                  <a:pt x="0" y="0"/>
                </a:moveTo>
                <a:lnTo>
                  <a:pt x="994516" y="0"/>
                </a:lnTo>
                <a:lnTo>
                  <a:pt x="994516" y="203381"/>
                </a:lnTo>
                <a:lnTo>
                  <a:pt x="0" y="203381"/>
                </a:lnTo>
                <a:close/>
              </a:path>
            </a:pathLst>
          </a:custGeom>
          <a:solidFill>
            <a:srgbClr val="9B0000"/>
          </a:solidFill>
          <a:ln/>
        </p:spPr>
      </p:sp>
      <p:sp>
        <p:nvSpPr>
          <p:cNvPr id="6" name="Shape 3"/>
          <p:cNvSpPr/>
          <p:nvPr/>
        </p:nvSpPr>
        <p:spPr>
          <a:xfrm>
            <a:off x="486139" y="1667561"/>
            <a:ext cx="4657420" cy="0"/>
          </a:xfrm>
          <a:custGeom>
            <a:avLst/>
            <a:gdLst/>
            <a:ahLst/>
            <a:cxnLst/>
            <a:rect l="l" t="t" r="r" b="b"/>
            <a:pathLst>
              <a:path w="4657420" h="0">
                <a:moveTo>
                  <a:pt x="0" y="0"/>
                </a:moveTo>
                <a:lnTo>
                  <a:pt x="4657420" y="0"/>
                </a:lnTo>
              </a:path>
            </a:pathLst>
          </a:custGeom>
          <a:noFill/>
          <a:ln w="18288">
            <a:solidFill>
              <a:srgbClr val="9B0000"/>
            </a:solidFill>
            <a:prstDash val="solid"/>
            <a:headEnd type="none"/>
            <a:tailEnd type="none"/>
          </a:ln>
        </p:spPr>
      </p:sp>
      <p:sp>
        <p:nvSpPr>
          <p:cNvPr id="7" name="Shape 4"/>
          <p:cNvSpPr/>
          <p:nvPr/>
        </p:nvSpPr>
        <p:spPr>
          <a:xfrm>
            <a:off x="496365" y="2191316"/>
            <a:ext cx="457200" cy="457200"/>
          </a:xfrm>
          <a:custGeom>
            <a:avLst/>
            <a:gdLst/>
            <a:ahLst/>
            <a:cxnLst/>
            <a:rect l="l" t="t" r="r" b="b"/>
            <a:pathLst>
              <a:path w="457200" h="457200">
                <a:moveTo>
                  <a:pt x="0" y="0"/>
                </a:moveTo>
                <a:lnTo>
                  <a:pt x="457200" y="0"/>
                </a:lnTo>
                <a:lnTo>
                  <a:pt x="457200" y="457200"/>
                </a:lnTo>
                <a:lnTo>
                  <a:pt x="0" y="457200"/>
                </a:lnTo>
                <a:close/>
              </a:path>
            </a:pathLst>
          </a:custGeom>
          <a:solidFill>
            <a:srgbClr val="9B0000"/>
          </a:solidFill>
          <a:ln/>
        </p:spPr>
      </p:sp>
      <p:sp>
        <p:nvSpPr>
          <p:cNvPr id="8" name="Text 5"/>
          <p:cNvSpPr/>
          <p:nvPr/>
        </p:nvSpPr>
        <p:spPr>
          <a:xfrm>
            <a:off x="496365" y="2191316"/>
            <a:ext cx="457200" cy="45720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9" name="Text 6"/>
          <p:cNvSpPr/>
          <p:nvPr/>
        </p:nvSpPr>
        <p:spPr>
          <a:xfrm>
            <a:off x="1003857" y="2163884"/>
            <a:ext cx="4362653"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10" name="Shape 7"/>
          <p:cNvSpPr/>
          <p:nvPr/>
        </p:nvSpPr>
        <p:spPr>
          <a:xfrm>
            <a:off x="496365" y="2850712"/>
            <a:ext cx="457200" cy="457200"/>
          </a:xfrm>
          <a:custGeom>
            <a:avLst/>
            <a:gdLst/>
            <a:ahLst/>
            <a:cxnLst/>
            <a:rect l="l" t="t" r="r" b="b"/>
            <a:pathLst>
              <a:path w="457200" h="457200">
                <a:moveTo>
                  <a:pt x="0" y="0"/>
                </a:moveTo>
                <a:lnTo>
                  <a:pt x="457200" y="0"/>
                </a:lnTo>
                <a:lnTo>
                  <a:pt x="457200" y="457200"/>
                </a:lnTo>
                <a:lnTo>
                  <a:pt x="0" y="457200"/>
                </a:lnTo>
                <a:close/>
              </a:path>
            </a:pathLst>
          </a:custGeom>
          <a:solidFill>
            <a:srgbClr val="9B0000"/>
          </a:solidFill>
          <a:ln/>
        </p:spPr>
      </p:sp>
      <p:sp>
        <p:nvSpPr>
          <p:cNvPr id="11" name="Text 8"/>
          <p:cNvSpPr/>
          <p:nvPr/>
        </p:nvSpPr>
        <p:spPr>
          <a:xfrm>
            <a:off x="496365" y="2850712"/>
            <a:ext cx="457200" cy="45720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2" name="Text 9"/>
          <p:cNvSpPr/>
          <p:nvPr/>
        </p:nvSpPr>
        <p:spPr>
          <a:xfrm>
            <a:off x="1003857" y="2823280"/>
            <a:ext cx="4362653"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目录项二</a:t>
            </a:r>
            <a:endParaRPr lang="en-US" sz="1152" dirty="0"/>
          </a:p>
        </p:txBody>
      </p:sp>
      <p:sp>
        <p:nvSpPr>
          <p:cNvPr id="13" name="Shape 10"/>
          <p:cNvSpPr/>
          <p:nvPr/>
        </p:nvSpPr>
        <p:spPr>
          <a:xfrm>
            <a:off x="496365" y="3510108"/>
            <a:ext cx="457200" cy="457200"/>
          </a:xfrm>
          <a:custGeom>
            <a:avLst/>
            <a:gdLst/>
            <a:ahLst/>
            <a:cxnLst/>
            <a:rect l="l" t="t" r="r" b="b"/>
            <a:pathLst>
              <a:path w="457200" h="457200">
                <a:moveTo>
                  <a:pt x="0" y="0"/>
                </a:moveTo>
                <a:lnTo>
                  <a:pt x="457200" y="0"/>
                </a:lnTo>
                <a:lnTo>
                  <a:pt x="457200" y="457200"/>
                </a:lnTo>
                <a:lnTo>
                  <a:pt x="0" y="457200"/>
                </a:lnTo>
                <a:close/>
              </a:path>
            </a:pathLst>
          </a:custGeom>
          <a:solidFill>
            <a:srgbClr val="9B0000"/>
          </a:solidFill>
          <a:ln/>
        </p:spPr>
      </p:sp>
      <p:sp>
        <p:nvSpPr>
          <p:cNvPr id="14" name="Text 11"/>
          <p:cNvSpPr/>
          <p:nvPr/>
        </p:nvSpPr>
        <p:spPr>
          <a:xfrm>
            <a:off x="496365" y="3510108"/>
            <a:ext cx="457200" cy="45720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5" name="Text 12"/>
          <p:cNvSpPr/>
          <p:nvPr/>
        </p:nvSpPr>
        <p:spPr>
          <a:xfrm>
            <a:off x="1003857" y="3482676"/>
            <a:ext cx="4362653"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目录项三</a:t>
            </a:r>
            <a:endParaRPr lang="en-US" sz="1152" dirty="0"/>
          </a:p>
        </p:txBody>
      </p:sp>
      <p:sp>
        <p:nvSpPr>
          <p:cNvPr id="16" name="Shape 13"/>
          <p:cNvSpPr/>
          <p:nvPr/>
        </p:nvSpPr>
        <p:spPr>
          <a:xfrm>
            <a:off x="486139" y="4169504"/>
            <a:ext cx="457200" cy="457200"/>
          </a:xfrm>
          <a:custGeom>
            <a:avLst/>
            <a:gdLst/>
            <a:ahLst/>
            <a:cxnLst/>
            <a:rect l="l" t="t" r="r" b="b"/>
            <a:pathLst>
              <a:path w="457200" h="457200">
                <a:moveTo>
                  <a:pt x="0" y="0"/>
                </a:moveTo>
                <a:lnTo>
                  <a:pt x="457200" y="0"/>
                </a:lnTo>
                <a:lnTo>
                  <a:pt x="457200" y="457200"/>
                </a:lnTo>
                <a:lnTo>
                  <a:pt x="0" y="457200"/>
                </a:lnTo>
                <a:close/>
              </a:path>
            </a:pathLst>
          </a:custGeom>
          <a:solidFill>
            <a:srgbClr val="9B0000"/>
          </a:solidFill>
          <a:ln/>
        </p:spPr>
      </p:sp>
      <p:sp>
        <p:nvSpPr>
          <p:cNvPr id="17" name="Text 14"/>
          <p:cNvSpPr/>
          <p:nvPr/>
        </p:nvSpPr>
        <p:spPr>
          <a:xfrm>
            <a:off x="486139" y="4169504"/>
            <a:ext cx="457200" cy="45720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04</a:t>
            </a:r>
            <a:endParaRPr lang="en-US" sz="1152" dirty="0"/>
          </a:p>
        </p:txBody>
      </p:sp>
      <p:sp>
        <p:nvSpPr>
          <p:cNvPr id="18" name="Text 15"/>
          <p:cNvSpPr/>
          <p:nvPr/>
        </p:nvSpPr>
        <p:spPr>
          <a:xfrm>
            <a:off x="993631" y="4142072"/>
            <a:ext cx="4362653"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目录项四</a:t>
            </a:r>
            <a:endParaRPr lang="en-US" sz="115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320040" y="347472"/>
            <a:ext cx="1828800" cy="731520"/>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4320" dirty="0">
                <a:solidFill>
                  <a:srgbClr val="333333"/>
                </a:solidFill>
                <a:latin typeface="微软雅黑" pitchFamily="34" charset="0"/>
                <a:ea typeface="微软雅黑" pitchFamily="34" charset="-122"/>
                <a:cs typeface="微软雅黑" pitchFamily="34" charset="-120"/>
              </a:rPr>
              <a:t>目录</a:t>
            </a:r>
            <a:endParaRPr lang="en-US" sz="1152" dirty="0"/>
          </a:p>
        </p:txBody>
      </p:sp>
      <p:sp>
        <p:nvSpPr>
          <p:cNvPr id="4" name="Text 1"/>
          <p:cNvSpPr/>
          <p:nvPr/>
        </p:nvSpPr>
        <p:spPr>
          <a:xfrm>
            <a:off x="382398" y="994647"/>
            <a:ext cx="2196512" cy="402336"/>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1728" b="1" spc="720" kern="0" dirty="0">
                <a:solidFill>
                  <a:srgbClr val="333333"/>
                </a:solidFill>
                <a:latin typeface="微软雅黑" pitchFamily="34" charset="0"/>
                <a:ea typeface="微软雅黑" pitchFamily="34" charset="-122"/>
                <a:cs typeface="微软雅黑" pitchFamily="34" charset="-120"/>
              </a:rPr>
              <a:t>CONTENTS</a:t>
            </a:r>
            <a:endParaRPr lang="en-US" sz="1152" dirty="0"/>
          </a:p>
        </p:txBody>
      </p:sp>
      <p:sp>
        <p:nvSpPr>
          <p:cNvPr id="5" name="Shape 2"/>
          <p:cNvSpPr/>
          <p:nvPr/>
        </p:nvSpPr>
        <p:spPr>
          <a:xfrm>
            <a:off x="486139" y="1464180"/>
            <a:ext cx="994516" cy="203381"/>
          </a:xfrm>
          <a:custGeom>
            <a:avLst/>
            <a:gdLst/>
            <a:ahLst/>
            <a:cxnLst/>
            <a:rect l="l" t="t" r="r" b="b"/>
            <a:pathLst>
              <a:path w="994516" h="203381">
                <a:moveTo>
                  <a:pt x="0" y="0"/>
                </a:moveTo>
                <a:lnTo>
                  <a:pt x="994516" y="0"/>
                </a:lnTo>
                <a:lnTo>
                  <a:pt x="994516" y="203381"/>
                </a:lnTo>
                <a:lnTo>
                  <a:pt x="0" y="203381"/>
                </a:lnTo>
                <a:close/>
              </a:path>
            </a:pathLst>
          </a:custGeom>
          <a:solidFill>
            <a:srgbClr val="9B0000"/>
          </a:solidFill>
          <a:ln/>
        </p:spPr>
      </p:sp>
      <p:sp>
        <p:nvSpPr>
          <p:cNvPr id="6" name="Shape 3"/>
          <p:cNvSpPr/>
          <p:nvPr/>
        </p:nvSpPr>
        <p:spPr>
          <a:xfrm>
            <a:off x="486139" y="1667561"/>
            <a:ext cx="4657420" cy="0"/>
          </a:xfrm>
          <a:custGeom>
            <a:avLst/>
            <a:gdLst/>
            <a:ahLst/>
            <a:cxnLst/>
            <a:rect l="l" t="t" r="r" b="b"/>
            <a:pathLst>
              <a:path w="4657420" h="0">
                <a:moveTo>
                  <a:pt x="0" y="0"/>
                </a:moveTo>
                <a:lnTo>
                  <a:pt x="4657420" y="0"/>
                </a:lnTo>
              </a:path>
            </a:pathLst>
          </a:custGeom>
          <a:noFill/>
          <a:ln w="18288">
            <a:solidFill>
              <a:srgbClr val="9B0000"/>
            </a:solidFill>
            <a:prstDash val="solid"/>
            <a:headEnd type="none"/>
            <a:tailEnd type="none"/>
          </a:ln>
        </p:spPr>
      </p:sp>
      <p:sp>
        <p:nvSpPr>
          <p:cNvPr id="7" name="Shape 4"/>
          <p:cNvSpPr/>
          <p:nvPr/>
        </p:nvSpPr>
        <p:spPr>
          <a:xfrm>
            <a:off x="486139" y="2061727"/>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8" name="Text 5"/>
          <p:cNvSpPr/>
          <p:nvPr/>
        </p:nvSpPr>
        <p:spPr>
          <a:xfrm>
            <a:off x="486139" y="2061727"/>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9" name="Text 6"/>
          <p:cNvSpPr/>
          <p:nvPr/>
        </p:nvSpPr>
        <p:spPr>
          <a:xfrm>
            <a:off x="993631" y="2025151"/>
            <a:ext cx="4362653" cy="45720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440"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10" name="Shape 7"/>
          <p:cNvSpPr/>
          <p:nvPr/>
        </p:nvSpPr>
        <p:spPr>
          <a:xfrm>
            <a:off x="486139" y="2648826"/>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11" name="Text 8"/>
          <p:cNvSpPr/>
          <p:nvPr/>
        </p:nvSpPr>
        <p:spPr>
          <a:xfrm>
            <a:off x="486139" y="2648826"/>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2" name="Text 9"/>
          <p:cNvSpPr/>
          <p:nvPr/>
        </p:nvSpPr>
        <p:spPr>
          <a:xfrm>
            <a:off x="993631" y="2612250"/>
            <a:ext cx="4362653" cy="45720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440" dirty="0">
                <a:solidFill>
                  <a:srgbClr val="333333"/>
                </a:solidFill>
                <a:latin typeface="微软雅黑" pitchFamily="34" charset="0"/>
                <a:ea typeface="微软雅黑" pitchFamily="34" charset="-122"/>
                <a:cs typeface="微软雅黑" pitchFamily="34" charset="-120"/>
              </a:rPr>
              <a:t>目录项二</a:t>
            </a:r>
            <a:endParaRPr lang="en-US" sz="1152" dirty="0"/>
          </a:p>
        </p:txBody>
      </p:sp>
      <p:sp>
        <p:nvSpPr>
          <p:cNvPr id="13" name="Shape 10"/>
          <p:cNvSpPr/>
          <p:nvPr/>
        </p:nvSpPr>
        <p:spPr>
          <a:xfrm>
            <a:off x="486139" y="3235925"/>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14" name="Text 11"/>
          <p:cNvSpPr/>
          <p:nvPr/>
        </p:nvSpPr>
        <p:spPr>
          <a:xfrm>
            <a:off x="486139" y="3235925"/>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5" name="Text 12"/>
          <p:cNvSpPr/>
          <p:nvPr/>
        </p:nvSpPr>
        <p:spPr>
          <a:xfrm>
            <a:off x="993631" y="3199349"/>
            <a:ext cx="4362653" cy="45720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440" dirty="0">
                <a:solidFill>
                  <a:srgbClr val="333333"/>
                </a:solidFill>
                <a:latin typeface="微软雅黑" pitchFamily="34" charset="0"/>
                <a:ea typeface="微软雅黑" pitchFamily="34" charset="-122"/>
                <a:cs typeface="微软雅黑" pitchFamily="34" charset="-120"/>
              </a:rPr>
              <a:t>目录项三</a:t>
            </a:r>
            <a:endParaRPr lang="en-US" sz="1152" dirty="0"/>
          </a:p>
        </p:txBody>
      </p:sp>
      <p:sp>
        <p:nvSpPr>
          <p:cNvPr id="16" name="Shape 13"/>
          <p:cNvSpPr/>
          <p:nvPr/>
        </p:nvSpPr>
        <p:spPr>
          <a:xfrm>
            <a:off x="486139" y="3823025"/>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17" name="Text 14"/>
          <p:cNvSpPr/>
          <p:nvPr/>
        </p:nvSpPr>
        <p:spPr>
          <a:xfrm>
            <a:off x="486139" y="3823025"/>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04</a:t>
            </a:r>
            <a:endParaRPr lang="en-US" sz="1152" dirty="0"/>
          </a:p>
        </p:txBody>
      </p:sp>
      <p:sp>
        <p:nvSpPr>
          <p:cNvPr id="18" name="Text 15"/>
          <p:cNvSpPr/>
          <p:nvPr/>
        </p:nvSpPr>
        <p:spPr>
          <a:xfrm>
            <a:off x="993631" y="3786449"/>
            <a:ext cx="4362653" cy="45720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440" dirty="0">
                <a:solidFill>
                  <a:srgbClr val="333333"/>
                </a:solidFill>
                <a:latin typeface="微软雅黑" pitchFamily="34" charset="0"/>
                <a:ea typeface="微软雅黑" pitchFamily="34" charset="-122"/>
                <a:cs typeface="微软雅黑" pitchFamily="34" charset="-120"/>
              </a:rPr>
              <a:t>目录项四</a:t>
            </a:r>
            <a:endParaRPr lang="en-US" sz="1152" dirty="0"/>
          </a:p>
        </p:txBody>
      </p:sp>
      <p:sp>
        <p:nvSpPr>
          <p:cNvPr id="19" name="Shape 16"/>
          <p:cNvSpPr/>
          <p:nvPr/>
        </p:nvSpPr>
        <p:spPr>
          <a:xfrm>
            <a:off x="486139" y="4410124"/>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20" name="Text 17"/>
          <p:cNvSpPr/>
          <p:nvPr/>
        </p:nvSpPr>
        <p:spPr>
          <a:xfrm>
            <a:off x="486139" y="4410124"/>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05</a:t>
            </a:r>
            <a:endParaRPr lang="en-US" sz="1152" dirty="0"/>
          </a:p>
        </p:txBody>
      </p:sp>
      <p:sp>
        <p:nvSpPr>
          <p:cNvPr id="21" name="Text 18"/>
          <p:cNvSpPr/>
          <p:nvPr/>
        </p:nvSpPr>
        <p:spPr>
          <a:xfrm>
            <a:off x="993631" y="4373548"/>
            <a:ext cx="4362653" cy="45720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440" dirty="0">
                <a:solidFill>
                  <a:srgbClr val="333333"/>
                </a:solidFill>
                <a:latin typeface="微软雅黑" pitchFamily="34" charset="0"/>
                <a:ea typeface="微软雅黑" pitchFamily="34" charset="-122"/>
                <a:cs typeface="微软雅黑" pitchFamily="34" charset="-120"/>
              </a:rPr>
              <a:t>目录项五</a:t>
            </a:r>
            <a:endParaRPr lang="en-US" sz="115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347472"/>
            <a:ext cx="1828800" cy="731520"/>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4320" dirty="0">
                <a:solidFill>
                  <a:srgbClr val="333333"/>
                </a:solidFill>
                <a:latin typeface="微软雅黑" pitchFamily="34" charset="0"/>
                <a:ea typeface="微软雅黑" pitchFamily="34" charset="-122"/>
                <a:cs typeface="微软雅黑" pitchFamily="34" charset="-120"/>
              </a:rPr>
              <a:t>目录</a:t>
            </a:r>
            <a:endParaRPr lang="en-US" sz="1152" dirty="0"/>
          </a:p>
        </p:txBody>
      </p:sp>
      <p:sp>
        <p:nvSpPr>
          <p:cNvPr id="3" name="Text 1"/>
          <p:cNvSpPr/>
          <p:nvPr/>
        </p:nvSpPr>
        <p:spPr>
          <a:xfrm>
            <a:off x="382398" y="994647"/>
            <a:ext cx="2196512" cy="402336"/>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1728" b="1" spc="720" kern="0" dirty="0">
                <a:solidFill>
                  <a:srgbClr val="333333"/>
                </a:solidFill>
                <a:latin typeface="微软雅黑" pitchFamily="34" charset="0"/>
                <a:ea typeface="微软雅黑" pitchFamily="34" charset="-122"/>
                <a:cs typeface="微软雅黑" pitchFamily="34" charset="-120"/>
              </a:rPr>
              <a:t>CONTENTS</a:t>
            </a:r>
            <a:endParaRPr lang="en-US" sz="1152" dirty="0"/>
          </a:p>
        </p:txBody>
      </p:sp>
      <p:sp>
        <p:nvSpPr>
          <p:cNvPr id="4" name="Shape 2"/>
          <p:cNvSpPr/>
          <p:nvPr/>
        </p:nvSpPr>
        <p:spPr>
          <a:xfrm>
            <a:off x="486139" y="1464180"/>
            <a:ext cx="994516" cy="203381"/>
          </a:xfrm>
          <a:custGeom>
            <a:avLst/>
            <a:gdLst/>
            <a:ahLst/>
            <a:cxnLst/>
            <a:rect l="l" t="t" r="r" b="b"/>
            <a:pathLst>
              <a:path w="994516" h="203381">
                <a:moveTo>
                  <a:pt x="0" y="0"/>
                </a:moveTo>
                <a:lnTo>
                  <a:pt x="994516" y="0"/>
                </a:lnTo>
                <a:lnTo>
                  <a:pt x="994516" y="203381"/>
                </a:lnTo>
                <a:lnTo>
                  <a:pt x="0" y="203381"/>
                </a:lnTo>
                <a:close/>
              </a:path>
            </a:pathLst>
          </a:custGeom>
          <a:solidFill>
            <a:srgbClr val="9B0000"/>
          </a:solidFill>
          <a:ln/>
        </p:spPr>
      </p:sp>
      <p:sp>
        <p:nvSpPr>
          <p:cNvPr id="5" name="Shape 3"/>
          <p:cNvSpPr/>
          <p:nvPr/>
        </p:nvSpPr>
        <p:spPr>
          <a:xfrm>
            <a:off x="486139" y="1667561"/>
            <a:ext cx="8176474" cy="0"/>
          </a:xfrm>
          <a:custGeom>
            <a:avLst/>
            <a:gdLst/>
            <a:ahLst/>
            <a:cxnLst/>
            <a:rect l="l" t="t" r="r" b="b"/>
            <a:pathLst>
              <a:path w="8176474" h="0">
                <a:moveTo>
                  <a:pt x="0" y="0"/>
                </a:moveTo>
                <a:lnTo>
                  <a:pt x="8176474" y="0"/>
                </a:lnTo>
              </a:path>
            </a:pathLst>
          </a:custGeom>
          <a:noFill/>
          <a:ln w="18288">
            <a:solidFill>
              <a:srgbClr val="9B0000"/>
            </a:solidFill>
            <a:prstDash val="solid"/>
            <a:headEnd type="none"/>
            <a:tailEnd type="none"/>
          </a:ln>
        </p:spPr>
      </p:sp>
      <p:sp>
        <p:nvSpPr>
          <p:cNvPr id="6" name="Shape 4"/>
          <p:cNvSpPr/>
          <p:nvPr/>
        </p:nvSpPr>
        <p:spPr>
          <a:xfrm>
            <a:off x="486139" y="2048011"/>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7" name="Text 5"/>
          <p:cNvSpPr/>
          <p:nvPr/>
        </p:nvSpPr>
        <p:spPr>
          <a:xfrm>
            <a:off x="486139" y="2048011"/>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8" name="Text 6"/>
          <p:cNvSpPr/>
          <p:nvPr/>
        </p:nvSpPr>
        <p:spPr>
          <a:xfrm>
            <a:off x="883903" y="2025151"/>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9" name="Shape 7"/>
          <p:cNvSpPr/>
          <p:nvPr/>
        </p:nvSpPr>
        <p:spPr>
          <a:xfrm>
            <a:off x="486139" y="2635110"/>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10" name="Text 8"/>
          <p:cNvSpPr/>
          <p:nvPr/>
        </p:nvSpPr>
        <p:spPr>
          <a:xfrm>
            <a:off x="486139" y="2635110"/>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1" name="Text 9"/>
          <p:cNvSpPr/>
          <p:nvPr/>
        </p:nvSpPr>
        <p:spPr>
          <a:xfrm>
            <a:off x="883903" y="2612250"/>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目录项二</a:t>
            </a:r>
            <a:endParaRPr lang="en-US" sz="1152" dirty="0"/>
          </a:p>
        </p:txBody>
      </p:sp>
      <p:sp>
        <p:nvSpPr>
          <p:cNvPr id="12" name="Shape 10"/>
          <p:cNvSpPr/>
          <p:nvPr/>
        </p:nvSpPr>
        <p:spPr>
          <a:xfrm>
            <a:off x="486139" y="3222209"/>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13" name="Text 11"/>
          <p:cNvSpPr/>
          <p:nvPr/>
        </p:nvSpPr>
        <p:spPr>
          <a:xfrm>
            <a:off x="486139" y="3222209"/>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4" name="Text 12"/>
          <p:cNvSpPr/>
          <p:nvPr/>
        </p:nvSpPr>
        <p:spPr>
          <a:xfrm>
            <a:off x="883903" y="3199349"/>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目录项三</a:t>
            </a:r>
            <a:endParaRPr lang="en-US" sz="1152" dirty="0"/>
          </a:p>
        </p:txBody>
      </p:sp>
      <p:sp>
        <p:nvSpPr>
          <p:cNvPr id="15" name="Shape 13"/>
          <p:cNvSpPr/>
          <p:nvPr/>
        </p:nvSpPr>
        <p:spPr>
          <a:xfrm>
            <a:off x="486139" y="3809309"/>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16" name="Text 14"/>
          <p:cNvSpPr/>
          <p:nvPr/>
        </p:nvSpPr>
        <p:spPr>
          <a:xfrm>
            <a:off x="486139" y="3809309"/>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04</a:t>
            </a:r>
            <a:endParaRPr lang="en-US" sz="1152" dirty="0"/>
          </a:p>
        </p:txBody>
      </p:sp>
      <p:sp>
        <p:nvSpPr>
          <p:cNvPr id="17" name="Text 15"/>
          <p:cNvSpPr/>
          <p:nvPr/>
        </p:nvSpPr>
        <p:spPr>
          <a:xfrm>
            <a:off x="883903" y="3786449"/>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目录项四</a:t>
            </a:r>
            <a:endParaRPr lang="en-US" sz="1152" dirty="0"/>
          </a:p>
        </p:txBody>
      </p:sp>
      <p:sp>
        <p:nvSpPr>
          <p:cNvPr id="18" name="Shape 16"/>
          <p:cNvSpPr/>
          <p:nvPr/>
        </p:nvSpPr>
        <p:spPr>
          <a:xfrm>
            <a:off x="486139" y="4396408"/>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19" name="Text 17"/>
          <p:cNvSpPr/>
          <p:nvPr/>
        </p:nvSpPr>
        <p:spPr>
          <a:xfrm>
            <a:off x="486139" y="4396408"/>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05</a:t>
            </a:r>
            <a:endParaRPr lang="en-US" sz="1152" dirty="0"/>
          </a:p>
        </p:txBody>
      </p:sp>
      <p:sp>
        <p:nvSpPr>
          <p:cNvPr id="20" name="Text 18"/>
          <p:cNvSpPr/>
          <p:nvPr/>
        </p:nvSpPr>
        <p:spPr>
          <a:xfrm>
            <a:off x="883903" y="4373548"/>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目录项五</a:t>
            </a:r>
            <a:endParaRPr lang="en-US" sz="1152" dirty="0"/>
          </a:p>
        </p:txBody>
      </p:sp>
      <p:sp>
        <p:nvSpPr>
          <p:cNvPr id="21" name="Shape 19"/>
          <p:cNvSpPr/>
          <p:nvPr/>
        </p:nvSpPr>
        <p:spPr>
          <a:xfrm>
            <a:off x="4692379" y="2025151"/>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22" name="Text 20"/>
          <p:cNvSpPr/>
          <p:nvPr/>
        </p:nvSpPr>
        <p:spPr>
          <a:xfrm>
            <a:off x="4692379" y="2025151"/>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06</a:t>
            </a:r>
            <a:endParaRPr lang="en-US" sz="1152" dirty="0"/>
          </a:p>
        </p:txBody>
      </p:sp>
      <p:sp>
        <p:nvSpPr>
          <p:cNvPr id="23" name="Text 21"/>
          <p:cNvSpPr/>
          <p:nvPr/>
        </p:nvSpPr>
        <p:spPr>
          <a:xfrm>
            <a:off x="5090143" y="2002291"/>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目录项六</a:t>
            </a:r>
            <a:endParaRPr lang="en-US" sz="1152" dirty="0"/>
          </a:p>
        </p:txBody>
      </p:sp>
      <p:sp>
        <p:nvSpPr>
          <p:cNvPr id="24" name="Shape 22"/>
          <p:cNvSpPr/>
          <p:nvPr/>
        </p:nvSpPr>
        <p:spPr>
          <a:xfrm>
            <a:off x="4692379" y="2630538"/>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25" name="Text 23"/>
          <p:cNvSpPr/>
          <p:nvPr/>
        </p:nvSpPr>
        <p:spPr>
          <a:xfrm>
            <a:off x="4692379" y="2630538"/>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07</a:t>
            </a:r>
            <a:endParaRPr lang="en-US" sz="1152" dirty="0"/>
          </a:p>
        </p:txBody>
      </p:sp>
      <p:sp>
        <p:nvSpPr>
          <p:cNvPr id="26" name="Text 24"/>
          <p:cNvSpPr/>
          <p:nvPr/>
        </p:nvSpPr>
        <p:spPr>
          <a:xfrm>
            <a:off x="5090143" y="2607678"/>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目录项七</a:t>
            </a:r>
            <a:endParaRPr lang="en-US" sz="1152" dirty="0"/>
          </a:p>
        </p:txBody>
      </p:sp>
      <p:sp>
        <p:nvSpPr>
          <p:cNvPr id="27" name="Shape 25"/>
          <p:cNvSpPr/>
          <p:nvPr/>
        </p:nvSpPr>
        <p:spPr>
          <a:xfrm>
            <a:off x="4692379" y="3217637"/>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28" name="Text 26"/>
          <p:cNvSpPr/>
          <p:nvPr/>
        </p:nvSpPr>
        <p:spPr>
          <a:xfrm>
            <a:off x="4692379" y="3217637"/>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08</a:t>
            </a:r>
            <a:endParaRPr lang="en-US" sz="1152" dirty="0"/>
          </a:p>
        </p:txBody>
      </p:sp>
      <p:sp>
        <p:nvSpPr>
          <p:cNvPr id="29" name="Text 27"/>
          <p:cNvSpPr/>
          <p:nvPr/>
        </p:nvSpPr>
        <p:spPr>
          <a:xfrm>
            <a:off x="5090143" y="3194777"/>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目录项八 </a:t>
            </a:r>
            <a:endParaRPr lang="en-US" sz="1152" dirty="0"/>
          </a:p>
        </p:txBody>
      </p:sp>
      <p:sp>
        <p:nvSpPr>
          <p:cNvPr id="30" name="Shape 28"/>
          <p:cNvSpPr/>
          <p:nvPr/>
        </p:nvSpPr>
        <p:spPr>
          <a:xfrm>
            <a:off x="4692379" y="3813881"/>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31" name="Text 29"/>
          <p:cNvSpPr/>
          <p:nvPr/>
        </p:nvSpPr>
        <p:spPr>
          <a:xfrm>
            <a:off x="4692379" y="3813881"/>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09</a:t>
            </a:r>
            <a:endParaRPr lang="en-US" sz="1152" dirty="0"/>
          </a:p>
        </p:txBody>
      </p:sp>
      <p:sp>
        <p:nvSpPr>
          <p:cNvPr id="32" name="Text 30"/>
          <p:cNvSpPr/>
          <p:nvPr/>
        </p:nvSpPr>
        <p:spPr>
          <a:xfrm>
            <a:off x="5090143" y="3791021"/>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目录项九 </a:t>
            </a:r>
            <a:endParaRPr lang="en-US" sz="1152" dirty="0"/>
          </a:p>
        </p:txBody>
      </p:sp>
      <p:sp>
        <p:nvSpPr>
          <p:cNvPr id="33" name="Shape 31"/>
          <p:cNvSpPr/>
          <p:nvPr/>
        </p:nvSpPr>
        <p:spPr>
          <a:xfrm>
            <a:off x="4692379" y="4400980"/>
            <a:ext cx="384048" cy="384048"/>
          </a:xfrm>
          <a:custGeom>
            <a:avLst/>
            <a:gdLst/>
            <a:ahLst/>
            <a:cxnLst/>
            <a:rect l="l" t="t" r="r" b="b"/>
            <a:pathLst>
              <a:path w="384048" h="384048">
                <a:moveTo>
                  <a:pt x="0" y="0"/>
                </a:moveTo>
                <a:lnTo>
                  <a:pt x="384048" y="0"/>
                </a:lnTo>
                <a:lnTo>
                  <a:pt x="384048" y="384048"/>
                </a:lnTo>
                <a:lnTo>
                  <a:pt x="0" y="384048"/>
                </a:lnTo>
                <a:close/>
              </a:path>
            </a:pathLst>
          </a:custGeom>
          <a:solidFill>
            <a:srgbClr val="9B0000"/>
          </a:solidFill>
          <a:ln/>
        </p:spPr>
      </p:sp>
      <p:sp>
        <p:nvSpPr>
          <p:cNvPr id="34" name="Text 32"/>
          <p:cNvSpPr/>
          <p:nvPr/>
        </p:nvSpPr>
        <p:spPr>
          <a:xfrm>
            <a:off x="4692379" y="4400980"/>
            <a:ext cx="384048" cy="384048"/>
          </a:xfrm>
          <a:prstGeom prst="rect">
            <a:avLst/>
          </a:prstGeom>
          <a:solidFill>
            <a:srgbClr val="FFFFFF">
              <a:alpha val="0"/>
            </a:srgbClr>
          </a:solidFill>
          <a:ln/>
        </p:spPr>
        <p:txBody>
          <a:bodyPr wrap="square" lIns="0" tIns="0" rIns="0" bIns="0" rtlCol="0" anchor="ctr"/>
          <a:lstStyle/>
          <a:p>
            <a:pPr algn="ctr" indent="0" marL="0">
              <a:buNone/>
            </a:pPr>
            <a:r>
              <a:rPr lang="en-US" sz="1152" b="1" dirty="0">
                <a:solidFill>
                  <a:srgbClr val="FFFFFF"/>
                </a:solidFill>
                <a:latin typeface="微软雅黑" pitchFamily="34" charset="0"/>
                <a:ea typeface="微软雅黑" pitchFamily="34" charset="-122"/>
                <a:cs typeface="微软雅黑" pitchFamily="34" charset="-120"/>
              </a:rPr>
              <a:t>10</a:t>
            </a:r>
            <a:endParaRPr lang="en-US" sz="1152" dirty="0"/>
          </a:p>
        </p:txBody>
      </p:sp>
      <p:sp>
        <p:nvSpPr>
          <p:cNvPr id="35" name="Text 33"/>
          <p:cNvSpPr/>
          <p:nvPr/>
        </p:nvSpPr>
        <p:spPr>
          <a:xfrm>
            <a:off x="5090143" y="4378120"/>
            <a:ext cx="3578369" cy="42976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296" dirty="0">
                <a:solidFill>
                  <a:srgbClr val="333333"/>
                </a:solidFill>
                <a:latin typeface="微软雅黑" pitchFamily="34" charset="0"/>
                <a:ea typeface="微软雅黑" pitchFamily="34" charset="-122"/>
                <a:cs typeface="微软雅黑" pitchFamily="34" charset="-120"/>
              </a:rPr>
              <a:t>目录项十 </a:t>
            </a:r>
            <a:endParaRPr lang="en-US" sz="1152"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74720" cy="5143500"/>
          </a:xfrm>
          <a:prstGeom prst="rect">
            <a:avLst/>
          </a:prstGeom>
        </p:spPr>
      </p:pic>
      <p:sp>
        <p:nvSpPr>
          <p:cNvPr id="3" name="Shape 0"/>
          <p:cNvSpPr/>
          <p:nvPr/>
        </p:nvSpPr>
        <p:spPr>
          <a:xfrm>
            <a:off x="0" y="0"/>
            <a:ext cx="3474720" cy="5143500"/>
          </a:xfrm>
          <a:custGeom>
            <a:avLst/>
            <a:gdLst/>
            <a:ahLst/>
            <a:cxnLst/>
            <a:rect l="l" t="t" r="r" b="b"/>
            <a:pathLst>
              <a:path w="3474720" h="5143500">
                <a:moveTo>
                  <a:pt x="0" y="0"/>
                </a:moveTo>
                <a:lnTo>
                  <a:pt x="3474720" y="0"/>
                </a:lnTo>
                <a:lnTo>
                  <a:pt x="3474720" y="5143500"/>
                </a:lnTo>
                <a:lnTo>
                  <a:pt x="0" y="5143500"/>
                </a:lnTo>
                <a:close/>
              </a:path>
            </a:pathLst>
          </a:custGeom>
          <a:solidFill>
            <a:srgbClr val="9B0000">
              <a:alpha val="70000"/>
            </a:srgbClr>
          </a:solidFill>
          <a:ln/>
        </p:spPr>
      </p:sp>
      <p:sp>
        <p:nvSpPr>
          <p:cNvPr id="4" name="Text 1"/>
          <p:cNvSpPr/>
          <p:nvPr/>
        </p:nvSpPr>
        <p:spPr>
          <a:xfrm>
            <a:off x="822960" y="1998574"/>
            <a:ext cx="1828800" cy="731520"/>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4320" dirty="0">
                <a:solidFill>
                  <a:srgbClr val="FFFFFF"/>
                </a:solidFill>
                <a:latin typeface="微软雅黑" pitchFamily="34" charset="0"/>
                <a:ea typeface="微软雅黑" pitchFamily="34" charset="-122"/>
                <a:cs typeface="微软雅黑" pitchFamily="34" charset="-120"/>
              </a:rPr>
              <a:t>目录</a:t>
            </a:r>
            <a:endParaRPr lang="en-US" sz="1152" dirty="0"/>
          </a:p>
        </p:txBody>
      </p:sp>
      <p:sp>
        <p:nvSpPr>
          <p:cNvPr id="5" name="Text 2"/>
          <p:cNvSpPr/>
          <p:nvPr/>
        </p:nvSpPr>
        <p:spPr>
          <a:xfrm>
            <a:off x="639104" y="2645749"/>
            <a:ext cx="2196512" cy="402336"/>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1728" b="1" spc="720" kern="0" dirty="0">
                <a:solidFill>
                  <a:srgbClr val="FFFFFF"/>
                </a:solidFill>
                <a:latin typeface="微软雅黑" pitchFamily="34" charset="0"/>
                <a:ea typeface="微软雅黑" pitchFamily="34" charset="-122"/>
                <a:cs typeface="微软雅黑" pitchFamily="34" charset="-120"/>
              </a:rPr>
              <a:t>CONTENTS</a:t>
            </a:r>
            <a:endParaRPr lang="en-US" sz="1152" dirty="0"/>
          </a:p>
        </p:txBody>
      </p:sp>
      <p:sp>
        <p:nvSpPr>
          <p:cNvPr id="6" name="Shape 3"/>
          <p:cNvSpPr/>
          <p:nvPr/>
        </p:nvSpPr>
        <p:spPr>
          <a:xfrm>
            <a:off x="1310260" y="3144926"/>
            <a:ext cx="854199" cy="0"/>
          </a:xfrm>
          <a:custGeom>
            <a:avLst/>
            <a:gdLst/>
            <a:ahLst/>
            <a:cxnLst/>
            <a:rect l="l" t="t" r="r" b="b"/>
            <a:pathLst>
              <a:path w="854199" h="0">
                <a:moveTo>
                  <a:pt x="0" y="0"/>
                </a:moveTo>
                <a:lnTo>
                  <a:pt x="854199" y="0"/>
                </a:lnTo>
              </a:path>
            </a:pathLst>
          </a:custGeom>
          <a:noFill/>
          <a:ln w="54864">
            <a:solidFill>
              <a:srgbClr val="FFFFFF"/>
            </a:solidFill>
            <a:prstDash val="solid"/>
            <a:headEnd type="none"/>
            <a:tailEnd type="none"/>
          </a:ln>
        </p:spPr>
      </p:sp>
      <p:sp>
        <p:nvSpPr>
          <p:cNvPr id="7" name="Shape 4"/>
          <p:cNvSpPr/>
          <p:nvPr/>
        </p:nvSpPr>
        <p:spPr>
          <a:xfrm>
            <a:off x="8961120" y="1165033"/>
            <a:ext cx="182880" cy="2813434"/>
          </a:xfrm>
          <a:custGeom>
            <a:avLst/>
            <a:gdLst/>
            <a:ahLst/>
            <a:cxnLst/>
            <a:rect l="l" t="t" r="r" b="b"/>
            <a:pathLst>
              <a:path w="182880" h="2813434">
                <a:moveTo>
                  <a:pt x="0" y="0"/>
                </a:moveTo>
                <a:lnTo>
                  <a:pt x="182880" y="0"/>
                </a:lnTo>
                <a:lnTo>
                  <a:pt x="182880" y="2813434"/>
                </a:lnTo>
                <a:lnTo>
                  <a:pt x="0" y="2813434"/>
                </a:lnTo>
                <a:close/>
              </a:path>
            </a:pathLst>
          </a:custGeom>
          <a:solidFill>
            <a:srgbClr val="9B0000"/>
          </a:solidFill>
          <a:ln/>
        </p:spPr>
      </p:sp>
      <p:sp>
        <p:nvSpPr>
          <p:cNvPr id="8" name="Shape 5"/>
          <p:cNvSpPr/>
          <p:nvPr/>
        </p:nvSpPr>
        <p:spPr>
          <a:xfrm>
            <a:off x="3189328" y="1330177"/>
            <a:ext cx="1097280" cy="1097280"/>
          </a:xfrm>
          <a:custGeom>
            <a:avLst/>
            <a:gdLst/>
            <a:ahLst/>
            <a:cxnLst/>
            <a:rect l="l" t="t" r="r" b="b"/>
            <a:pathLst>
              <a:path w="1097280" h="1097280">
                <a:moveTo>
                  <a:pt x="548640" y="0"/>
                </a:moveTo>
                <a:cubicBezTo>
                  <a:pt x="851443" y="0"/>
                  <a:pt x="1097280" y="245837"/>
                  <a:pt x="1097280" y="548640"/>
                </a:cubicBezTo>
                <a:cubicBezTo>
                  <a:pt x="1097280" y="851443"/>
                  <a:pt x="851443" y="1097280"/>
                  <a:pt x="548640" y="1097280"/>
                </a:cubicBezTo>
                <a:cubicBezTo>
                  <a:pt x="245837" y="1097280"/>
                  <a:pt x="0" y="851443"/>
                  <a:pt x="0" y="548640"/>
                </a:cubicBezTo>
                <a:cubicBezTo>
                  <a:pt x="0" y="245837"/>
                  <a:pt x="245837" y="0"/>
                  <a:pt x="548640" y="0"/>
                </a:cubicBezTo>
                <a:close/>
              </a:path>
            </a:pathLst>
          </a:custGeom>
          <a:solidFill>
            <a:srgbClr val="FFFFFF"/>
          </a:solidFill>
          <a:ln/>
        </p:spPr>
      </p:sp>
      <p:sp>
        <p:nvSpPr>
          <p:cNvPr id="9" name="Shape 6"/>
          <p:cNvSpPr/>
          <p:nvPr/>
        </p:nvSpPr>
        <p:spPr>
          <a:xfrm>
            <a:off x="3280768" y="1421617"/>
            <a:ext cx="914400" cy="914400"/>
          </a:xfrm>
          <a:custGeom>
            <a:avLst/>
            <a:gdLst/>
            <a:ahLst/>
            <a:cxnLst/>
            <a:rect l="l" t="t" r="r" b="b"/>
            <a:pathLst>
              <a:path w="914400" h="914400">
                <a:moveTo>
                  <a:pt x="457200" y="0"/>
                </a:moveTo>
                <a:cubicBezTo>
                  <a:pt x="709536" y="0"/>
                  <a:pt x="914400" y="204864"/>
                  <a:pt x="914400" y="457200"/>
                </a:cubicBezTo>
                <a:cubicBezTo>
                  <a:pt x="914400" y="709536"/>
                  <a:pt x="709536" y="914400"/>
                  <a:pt x="457200" y="914400"/>
                </a:cubicBezTo>
                <a:cubicBezTo>
                  <a:pt x="204864" y="914400"/>
                  <a:pt x="0" y="709536"/>
                  <a:pt x="0" y="457200"/>
                </a:cubicBezTo>
                <a:cubicBezTo>
                  <a:pt x="0" y="204864"/>
                  <a:pt x="204864" y="0"/>
                  <a:pt x="457200" y="0"/>
                </a:cubicBezTo>
                <a:close/>
              </a:path>
            </a:pathLst>
          </a:custGeom>
          <a:solidFill>
            <a:srgbClr val="9B0000"/>
          </a:solidFill>
          <a:ln/>
        </p:spPr>
      </p:sp>
      <p:sp>
        <p:nvSpPr>
          <p:cNvPr id="10" name="Text 7"/>
          <p:cNvSpPr/>
          <p:nvPr/>
        </p:nvSpPr>
        <p:spPr>
          <a:xfrm>
            <a:off x="3280768" y="1421617"/>
            <a:ext cx="914400" cy="91440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11" name="Text 8"/>
          <p:cNvSpPr/>
          <p:nvPr/>
        </p:nvSpPr>
        <p:spPr>
          <a:xfrm>
            <a:off x="4368662" y="1622785"/>
            <a:ext cx="4182865"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12" name="Shape 9"/>
          <p:cNvSpPr/>
          <p:nvPr/>
        </p:nvSpPr>
        <p:spPr>
          <a:xfrm>
            <a:off x="3189328" y="2716043"/>
            <a:ext cx="1097280" cy="1097280"/>
          </a:xfrm>
          <a:custGeom>
            <a:avLst/>
            <a:gdLst/>
            <a:ahLst/>
            <a:cxnLst/>
            <a:rect l="l" t="t" r="r" b="b"/>
            <a:pathLst>
              <a:path w="1097280" h="1097280">
                <a:moveTo>
                  <a:pt x="548640" y="0"/>
                </a:moveTo>
                <a:cubicBezTo>
                  <a:pt x="851443" y="0"/>
                  <a:pt x="1097280" y="245837"/>
                  <a:pt x="1097280" y="548640"/>
                </a:cubicBezTo>
                <a:cubicBezTo>
                  <a:pt x="1097280" y="851443"/>
                  <a:pt x="851443" y="1097280"/>
                  <a:pt x="548640" y="1097280"/>
                </a:cubicBezTo>
                <a:cubicBezTo>
                  <a:pt x="245837" y="1097280"/>
                  <a:pt x="0" y="851443"/>
                  <a:pt x="0" y="548640"/>
                </a:cubicBezTo>
                <a:cubicBezTo>
                  <a:pt x="0" y="245837"/>
                  <a:pt x="245837" y="0"/>
                  <a:pt x="548640" y="0"/>
                </a:cubicBezTo>
                <a:close/>
              </a:path>
            </a:pathLst>
          </a:custGeom>
          <a:solidFill>
            <a:srgbClr val="FFFFFF"/>
          </a:solidFill>
          <a:ln/>
        </p:spPr>
      </p:sp>
      <p:sp>
        <p:nvSpPr>
          <p:cNvPr id="13" name="Shape 10"/>
          <p:cNvSpPr/>
          <p:nvPr/>
        </p:nvSpPr>
        <p:spPr>
          <a:xfrm>
            <a:off x="3280768" y="2807483"/>
            <a:ext cx="914400" cy="914400"/>
          </a:xfrm>
          <a:custGeom>
            <a:avLst/>
            <a:gdLst/>
            <a:ahLst/>
            <a:cxnLst/>
            <a:rect l="l" t="t" r="r" b="b"/>
            <a:pathLst>
              <a:path w="914400" h="914400">
                <a:moveTo>
                  <a:pt x="457200" y="0"/>
                </a:moveTo>
                <a:cubicBezTo>
                  <a:pt x="709536" y="0"/>
                  <a:pt x="914400" y="204864"/>
                  <a:pt x="914400" y="457200"/>
                </a:cubicBezTo>
                <a:cubicBezTo>
                  <a:pt x="914400" y="709536"/>
                  <a:pt x="709536" y="914400"/>
                  <a:pt x="457200" y="914400"/>
                </a:cubicBezTo>
                <a:cubicBezTo>
                  <a:pt x="204864" y="914400"/>
                  <a:pt x="0" y="709536"/>
                  <a:pt x="0" y="457200"/>
                </a:cubicBezTo>
                <a:cubicBezTo>
                  <a:pt x="0" y="204864"/>
                  <a:pt x="204864" y="0"/>
                  <a:pt x="457200" y="0"/>
                </a:cubicBezTo>
                <a:close/>
              </a:path>
            </a:pathLst>
          </a:custGeom>
          <a:solidFill>
            <a:srgbClr val="9B0000"/>
          </a:solidFill>
          <a:ln/>
        </p:spPr>
      </p:sp>
      <p:sp>
        <p:nvSpPr>
          <p:cNvPr id="14" name="Text 11"/>
          <p:cNvSpPr/>
          <p:nvPr/>
        </p:nvSpPr>
        <p:spPr>
          <a:xfrm>
            <a:off x="3280768" y="2807483"/>
            <a:ext cx="914400" cy="91440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5" name="Text 12"/>
          <p:cNvSpPr/>
          <p:nvPr/>
        </p:nvSpPr>
        <p:spPr>
          <a:xfrm>
            <a:off x="4368662" y="3008651"/>
            <a:ext cx="4182865"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目录项二</a:t>
            </a:r>
            <a:endParaRPr lang="en-US" sz="1152"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74720" cy="5143500"/>
          </a:xfrm>
          <a:prstGeom prst="rect">
            <a:avLst/>
          </a:prstGeom>
        </p:spPr>
      </p:pic>
      <p:sp>
        <p:nvSpPr>
          <p:cNvPr id="3" name="Shape 0"/>
          <p:cNvSpPr/>
          <p:nvPr/>
        </p:nvSpPr>
        <p:spPr>
          <a:xfrm>
            <a:off x="0" y="0"/>
            <a:ext cx="3474720" cy="5143500"/>
          </a:xfrm>
          <a:custGeom>
            <a:avLst/>
            <a:gdLst/>
            <a:ahLst/>
            <a:cxnLst/>
            <a:rect l="l" t="t" r="r" b="b"/>
            <a:pathLst>
              <a:path w="3474720" h="5143500">
                <a:moveTo>
                  <a:pt x="0" y="0"/>
                </a:moveTo>
                <a:lnTo>
                  <a:pt x="3474720" y="0"/>
                </a:lnTo>
                <a:lnTo>
                  <a:pt x="3474720" y="5143500"/>
                </a:lnTo>
                <a:lnTo>
                  <a:pt x="0" y="5143500"/>
                </a:lnTo>
                <a:close/>
              </a:path>
            </a:pathLst>
          </a:custGeom>
          <a:solidFill>
            <a:srgbClr val="9B0000">
              <a:alpha val="70000"/>
            </a:srgbClr>
          </a:solidFill>
          <a:ln/>
        </p:spPr>
      </p:sp>
      <p:sp>
        <p:nvSpPr>
          <p:cNvPr id="4" name="Text 1"/>
          <p:cNvSpPr/>
          <p:nvPr/>
        </p:nvSpPr>
        <p:spPr>
          <a:xfrm>
            <a:off x="822960" y="1998574"/>
            <a:ext cx="1828800" cy="731520"/>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4320" dirty="0">
                <a:solidFill>
                  <a:srgbClr val="FFFFFF"/>
                </a:solidFill>
                <a:latin typeface="微软雅黑" pitchFamily="34" charset="0"/>
                <a:ea typeface="微软雅黑" pitchFamily="34" charset="-122"/>
                <a:cs typeface="微软雅黑" pitchFamily="34" charset="-120"/>
              </a:rPr>
              <a:t>目录</a:t>
            </a:r>
            <a:endParaRPr lang="en-US" sz="1152" dirty="0"/>
          </a:p>
        </p:txBody>
      </p:sp>
      <p:sp>
        <p:nvSpPr>
          <p:cNvPr id="5" name="Text 2"/>
          <p:cNvSpPr/>
          <p:nvPr/>
        </p:nvSpPr>
        <p:spPr>
          <a:xfrm>
            <a:off x="639104" y="2645749"/>
            <a:ext cx="2196512" cy="402336"/>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1728" b="1" spc="720" kern="0" dirty="0">
                <a:solidFill>
                  <a:srgbClr val="FFFFFF"/>
                </a:solidFill>
                <a:latin typeface="微软雅黑" pitchFamily="34" charset="0"/>
                <a:ea typeface="微软雅黑" pitchFamily="34" charset="-122"/>
                <a:cs typeface="微软雅黑" pitchFamily="34" charset="-120"/>
              </a:rPr>
              <a:t>CONTENTS</a:t>
            </a:r>
            <a:endParaRPr lang="en-US" sz="1152" dirty="0"/>
          </a:p>
        </p:txBody>
      </p:sp>
      <p:sp>
        <p:nvSpPr>
          <p:cNvPr id="6" name="Shape 3"/>
          <p:cNvSpPr/>
          <p:nvPr/>
        </p:nvSpPr>
        <p:spPr>
          <a:xfrm>
            <a:off x="1310260" y="3144926"/>
            <a:ext cx="854199" cy="0"/>
          </a:xfrm>
          <a:custGeom>
            <a:avLst/>
            <a:gdLst/>
            <a:ahLst/>
            <a:cxnLst/>
            <a:rect l="l" t="t" r="r" b="b"/>
            <a:pathLst>
              <a:path w="854199" h="0">
                <a:moveTo>
                  <a:pt x="0" y="0"/>
                </a:moveTo>
                <a:lnTo>
                  <a:pt x="854199" y="0"/>
                </a:lnTo>
              </a:path>
            </a:pathLst>
          </a:custGeom>
          <a:noFill/>
          <a:ln w="54864">
            <a:solidFill>
              <a:srgbClr val="FFFFFF"/>
            </a:solidFill>
            <a:prstDash val="solid"/>
            <a:headEnd type="none"/>
            <a:tailEnd type="none"/>
          </a:ln>
        </p:spPr>
      </p:sp>
      <p:sp>
        <p:nvSpPr>
          <p:cNvPr id="7" name="Shape 4"/>
          <p:cNvSpPr/>
          <p:nvPr/>
        </p:nvSpPr>
        <p:spPr>
          <a:xfrm>
            <a:off x="8961120" y="1165033"/>
            <a:ext cx="182880" cy="2813434"/>
          </a:xfrm>
          <a:custGeom>
            <a:avLst/>
            <a:gdLst/>
            <a:ahLst/>
            <a:cxnLst/>
            <a:rect l="l" t="t" r="r" b="b"/>
            <a:pathLst>
              <a:path w="182880" h="2813434">
                <a:moveTo>
                  <a:pt x="0" y="0"/>
                </a:moveTo>
                <a:lnTo>
                  <a:pt x="182880" y="0"/>
                </a:lnTo>
                <a:lnTo>
                  <a:pt x="182880" y="2813434"/>
                </a:lnTo>
                <a:lnTo>
                  <a:pt x="0" y="2813434"/>
                </a:lnTo>
                <a:close/>
              </a:path>
            </a:pathLst>
          </a:custGeom>
          <a:solidFill>
            <a:srgbClr val="9B0000"/>
          </a:solidFill>
          <a:ln/>
        </p:spPr>
      </p:sp>
      <p:sp>
        <p:nvSpPr>
          <p:cNvPr id="8" name="Shape 5"/>
          <p:cNvSpPr/>
          <p:nvPr/>
        </p:nvSpPr>
        <p:spPr>
          <a:xfrm>
            <a:off x="3189328" y="862740"/>
            <a:ext cx="1097280" cy="1097280"/>
          </a:xfrm>
          <a:custGeom>
            <a:avLst/>
            <a:gdLst/>
            <a:ahLst/>
            <a:cxnLst/>
            <a:rect l="l" t="t" r="r" b="b"/>
            <a:pathLst>
              <a:path w="1097280" h="1097280">
                <a:moveTo>
                  <a:pt x="548640" y="0"/>
                </a:moveTo>
                <a:cubicBezTo>
                  <a:pt x="851443" y="0"/>
                  <a:pt x="1097280" y="245837"/>
                  <a:pt x="1097280" y="548640"/>
                </a:cubicBezTo>
                <a:cubicBezTo>
                  <a:pt x="1097280" y="851443"/>
                  <a:pt x="851443" y="1097280"/>
                  <a:pt x="548640" y="1097280"/>
                </a:cubicBezTo>
                <a:cubicBezTo>
                  <a:pt x="245837" y="1097280"/>
                  <a:pt x="0" y="851443"/>
                  <a:pt x="0" y="548640"/>
                </a:cubicBezTo>
                <a:cubicBezTo>
                  <a:pt x="0" y="245837"/>
                  <a:pt x="245837" y="0"/>
                  <a:pt x="548640" y="0"/>
                </a:cubicBezTo>
                <a:close/>
              </a:path>
            </a:pathLst>
          </a:custGeom>
          <a:solidFill>
            <a:srgbClr val="FFFFFF"/>
          </a:solidFill>
          <a:ln/>
        </p:spPr>
      </p:sp>
      <p:sp>
        <p:nvSpPr>
          <p:cNvPr id="9" name="Shape 6"/>
          <p:cNvSpPr/>
          <p:nvPr/>
        </p:nvSpPr>
        <p:spPr>
          <a:xfrm>
            <a:off x="3280768" y="954180"/>
            <a:ext cx="914400" cy="914400"/>
          </a:xfrm>
          <a:custGeom>
            <a:avLst/>
            <a:gdLst/>
            <a:ahLst/>
            <a:cxnLst/>
            <a:rect l="l" t="t" r="r" b="b"/>
            <a:pathLst>
              <a:path w="914400" h="914400">
                <a:moveTo>
                  <a:pt x="457200" y="0"/>
                </a:moveTo>
                <a:cubicBezTo>
                  <a:pt x="709536" y="0"/>
                  <a:pt x="914400" y="204864"/>
                  <a:pt x="914400" y="457200"/>
                </a:cubicBezTo>
                <a:cubicBezTo>
                  <a:pt x="914400" y="709536"/>
                  <a:pt x="709536" y="914400"/>
                  <a:pt x="457200" y="914400"/>
                </a:cubicBezTo>
                <a:cubicBezTo>
                  <a:pt x="204864" y="914400"/>
                  <a:pt x="0" y="709536"/>
                  <a:pt x="0" y="457200"/>
                </a:cubicBezTo>
                <a:cubicBezTo>
                  <a:pt x="0" y="204864"/>
                  <a:pt x="204864" y="0"/>
                  <a:pt x="457200" y="0"/>
                </a:cubicBezTo>
                <a:close/>
              </a:path>
            </a:pathLst>
          </a:custGeom>
          <a:solidFill>
            <a:srgbClr val="9B0000"/>
          </a:solidFill>
          <a:ln/>
        </p:spPr>
      </p:sp>
      <p:sp>
        <p:nvSpPr>
          <p:cNvPr id="10" name="Text 7"/>
          <p:cNvSpPr/>
          <p:nvPr/>
        </p:nvSpPr>
        <p:spPr>
          <a:xfrm>
            <a:off x="3280768" y="954180"/>
            <a:ext cx="914400" cy="91440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11" name="Text 8"/>
          <p:cNvSpPr/>
          <p:nvPr/>
        </p:nvSpPr>
        <p:spPr>
          <a:xfrm>
            <a:off x="4368662" y="1155348"/>
            <a:ext cx="4182865"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12" name="Shape 9"/>
          <p:cNvSpPr/>
          <p:nvPr/>
        </p:nvSpPr>
        <p:spPr>
          <a:xfrm>
            <a:off x="3189328" y="2023110"/>
            <a:ext cx="1097280" cy="1097280"/>
          </a:xfrm>
          <a:custGeom>
            <a:avLst/>
            <a:gdLst/>
            <a:ahLst/>
            <a:cxnLst/>
            <a:rect l="l" t="t" r="r" b="b"/>
            <a:pathLst>
              <a:path w="1097280" h="1097280">
                <a:moveTo>
                  <a:pt x="548640" y="0"/>
                </a:moveTo>
                <a:cubicBezTo>
                  <a:pt x="851443" y="0"/>
                  <a:pt x="1097280" y="245837"/>
                  <a:pt x="1097280" y="548640"/>
                </a:cubicBezTo>
                <a:cubicBezTo>
                  <a:pt x="1097280" y="851443"/>
                  <a:pt x="851443" y="1097280"/>
                  <a:pt x="548640" y="1097280"/>
                </a:cubicBezTo>
                <a:cubicBezTo>
                  <a:pt x="245837" y="1097280"/>
                  <a:pt x="0" y="851443"/>
                  <a:pt x="0" y="548640"/>
                </a:cubicBezTo>
                <a:cubicBezTo>
                  <a:pt x="0" y="245837"/>
                  <a:pt x="245837" y="0"/>
                  <a:pt x="548640" y="0"/>
                </a:cubicBezTo>
                <a:close/>
              </a:path>
            </a:pathLst>
          </a:custGeom>
          <a:solidFill>
            <a:srgbClr val="FFFFFF"/>
          </a:solidFill>
          <a:ln/>
        </p:spPr>
      </p:sp>
      <p:sp>
        <p:nvSpPr>
          <p:cNvPr id="13" name="Shape 10"/>
          <p:cNvSpPr/>
          <p:nvPr/>
        </p:nvSpPr>
        <p:spPr>
          <a:xfrm>
            <a:off x="3280768" y="2114550"/>
            <a:ext cx="914400" cy="914400"/>
          </a:xfrm>
          <a:custGeom>
            <a:avLst/>
            <a:gdLst/>
            <a:ahLst/>
            <a:cxnLst/>
            <a:rect l="l" t="t" r="r" b="b"/>
            <a:pathLst>
              <a:path w="914400" h="914400">
                <a:moveTo>
                  <a:pt x="457200" y="0"/>
                </a:moveTo>
                <a:cubicBezTo>
                  <a:pt x="709536" y="0"/>
                  <a:pt x="914400" y="204864"/>
                  <a:pt x="914400" y="457200"/>
                </a:cubicBezTo>
                <a:cubicBezTo>
                  <a:pt x="914400" y="709536"/>
                  <a:pt x="709536" y="914400"/>
                  <a:pt x="457200" y="914400"/>
                </a:cubicBezTo>
                <a:cubicBezTo>
                  <a:pt x="204864" y="914400"/>
                  <a:pt x="0" y="709536"/>
                  <a:pt x="0" y="457200"/>
                </a:cubicBezTo>
                <a:cubicBezTo>
                  <a:pt x="0" y="204864"/>
                  <a:pt x="204864" y="0"/>
                  <a:pt x="457200" y="0"/>
                </a:cubicBezTo>
                <a:close/>
              </a:path>
            </a:pathLst>
          </a:custGeom>
          <a:solidFill>
            <a:srgbClr val="9B0000"/>
          </a:solidFill>
          <a:ln/>
        </p:spPr>
      </p:sp>
      <p:sp>
        <p:nvSpPr>
          <p:cNvPr id="14" name="Text 11"/>
          <p:cNvSpPr/>
          <p:nvPr/>
        </p:nvSpPr>
        <p:spPr>
          <a:xfrm>
            <a:off x="3280768" y="2114550"/>
            <a:ext cx="914400" cy="91440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5" name="Text 12"/>
          <p:cNvSpPr/>
          <p:nvPr/>
        </p:nvSpPr>
        <p:spPr>
          <a:xfrm>
            <a:off x="4368662" y="2315718"/>
            <a:ext cx="4182865"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目录项二</a:t>
            </a:r>
            <a:endParaRPr lang="en-US" sz="1152" dirty="0"/>
          </a:p>
        </p:txBody>
      </p:sp>
      <p:sp>
        <p:nvSpPr>
          <p:cNvPr id="16" name="Shape 13"/>
          <p:cNvSpPr/>
          <p:nvPr/>
        </p:nvSpPr>
        <p:spPr>
          <a:xfrm>
            <a:off x="3189328" y="3183480"/>
            <a:ext cx="1097280" cy="1097280"/>
          </a:xfrm>
          <a:custGeom>
            <a:avLst/>
            <a:gdLst/>
            <a:ahLst/>
            <a:cxnLst/>
            <a:rect l="l" t="t" r="r" b="b"/>
            <a:pathLst>
              <a:path w="1097280" h="1097280">
                <a:moveTo>
                  <a:pt x="548640" y="0"/>
                </a:moveTo>
                <a:cubicBezTo>
                  <a:pt x="851443" y="0"/>
                  <a:pt x="1097280" y="245837"/>
                  <a:pt x="1097280" y="548640"/>
                </a:cubicBezTo>
                <a:cubicBezTo>
                  <a:pt x="1097280" y="851443"/>
                  <a:pt x="851443" y="1097280"/>
                  <a:pt x="548640" y="1097280"/>
                </a:cubicBezTo>
                <a:cubicBezTo>
                  <a:pt x="245837" y="1097280"/>
                  <a:pt x="0" y="851443"/>
                  <a:pt x="0" y="548640"/>
                </a:cubicBezTo>
                <a:cubicBezTo>
                  <a:pt x="0" y="245837"/>
                  <a:pt x="245837" y="0"/>
                  <a:pt x="548640" y="0"/>
                </a:cubicBezTo>
                <a:close/>
              </a:path>
            </a:pathLst>
          </a:custGeom>
          <a:solidFill>
            <a:srgbClr val="FFFFFF"/>
          </a:solidFill>
          <a:ln/>
        </p:spPr>
      </p:sp>
      <p:sp>
        <p:nvSpPr>
          <p:cNvPr id="17" name="Shape 14"/>
          <p:cNvSpPr/>
          <p:nvPr/>
        </p:nvSpPr>
        <p:spPr>
          <a:xfrm>
            <a:off x="3280768" y="3274920"/>
            <a:ext cx="914400" cy="914400"/>
          </a:xfrm>
          <a:custGeom>
            <a:avLst/>
            <a:gdLst/>
            <a:ahLst/>
            <a:cxnLst/>
            <a:rect l="l" t="t" r="r" b="b"/>
            <a:pathLst>
              <a:path w="914400" h="914400">
                <a:moveTo>
                  <a:pt x="457200" y="0"/>
                </a:moveTo>
                <a:cubicBezTo>
                  <a:pt x="709536" y="0"/>
                  <a:pt x="914400" y="204864"/>
                  <a:pt x="914400" y="457200"/>
                </a:cubicBezTo>
                <a:cubicBezTo>
                  <a:pt x="914400" y="709536"/>
                  <a:pt x="709536" y="914400"/>
                  <a:pt x="457200" y="914400"/>
                </a:cubicBezTo>
                <a:cubicBezTo>
                  <a:pt x="204864" y="914400"/>
                  <a:pt x="0" y="709536"/>
                  <a:pt x="0" y="457200"/>
                </a:cubicBezTo>
                <a:cubicBezTo>
                  <a:pt x="0" y="204864"/>
                  <a:pt x="204864" y="0"/>
                  <a:pt x="457200" y="0"/>
                </a:cubicBezTo>
                <a:close/>
              </a:path>
            </a:pathLst>
          </a:custGeom>
          <a:solidFill>
            <a:srgbClr val="9B0000"/>
          </a:solidFill>
          <a:ln/>
        </p:spPr>
      </p:sp>
      <p:sp>
        <p:nvSpPr>
          <p:cNvPr id="18" name="Text 15"/>
          <p:cNvSpPr/>
          <p:nvPr/>
        </p:nvSpPr>
        <p:spPr>
          <a:xfrm>
            <a:off x="3280768" y="3274920"/>
            <a:ext cx="914400" cy="91440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9" name="Text 16"/>
          <p:cNvSpPr/>
          <p:nvPr/>
        </p:nvSpPr>
        <p:spPr>
          <a:xfrm>
            <a:off x="4368662" y="3476088"/>
            <a:ext cx="4182865"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目录项三</a:t>
            </a:r>
            <a:endParaRPr lang="en-US" sz="1152"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74720" cy="5143500"/>
          </a:xfrm>
          <a:prstGeom prst="rect">
            <a:avLst/>
          </a:prstGeom>
        </p:spPr>
      </p:pic>
      <p:sp>
        <p:nvSpPr>
          <p:cNvPr id="3" name="Shape 0"/>
          <p:cNvSpPr/>
          <p:nvPr/>
        </p:nvSpPr>
        <p:spPr>
          <a:xfrm>
            <a:off x="0" y="0"/>
            <a:ext cx="3474720" cy="5143500"/>
          </a:xfrm>
          <a:custGeom>
            <a:avLst/>
            <a:gdLst/>
            <a:ahLst/>
            <a:cxnLst/>
            <a:rect l="l" t="t" r="r" b="b"/>
            <a:pathLst>
              <a:path w="3474720" h="5143500">
                <a:moveTo>
                  <a:pt x="0" y="0"/>
                </a:moveTo>
                <a:lnTo>
                  <a:pt x="3474720" y="0"/>
                </a:lnTo>
                <a:lnTo>
                  <a:pt x="3474720" y="5143500"/>
                </a:lnTo>
                <a:lnTo>
                  <a:pt x="0" y="5143500"/>
                </a:lnTo>
                <a:close/>
              </a:path>
            </a:pathLst>
          </a:custGeom>
          <a:solidFill>
            <a:srgbClr val="9B0000">
              <a:alpha val="70000"/>
            </a:srgbClr>
          </a:solidFill>
          <a:ln/>
        </p:spPr>
      </p:sp>
      <p:sp>
        <p:nvSpPr>
          <p:cNvPr id="4" name="Text 1"/>
          <p:cNvSpPr/>
          <p:nvPr/>
        </p:nvSpPr>
        <p:spPr>
          <a:xfrm>
            <a:off x="822960" y="1998574"/>
            <a:ext cx="1828800" cy="731520"/>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4320" dirty="0">
                <a:solidFill>
                  <a:srgbClr val="FFFFFF"/>
                </a:solidFill>
                <a:latin typeface="微软雅黑" pitchFamily="34" charset="0"/>
                <a:ea typeface="微软雅黑" pitchFamily="34" charset="-122"/>
                <a:cs typeface="微软雅黑" pitchFamily="34" charset="-120"/>
              </a:rPr>
              <a:t>目录</a:t>
            </a:r>
            <a:endParaRPr lang="en-US" sz="1152" dirty="0"/>
          </a:p>
        </p:txBody>
      </p:sp>
      <p:sp>
        <p:nvSpPr>
          <p:cNvPr id="5" name="Text 2"/>
          <p:cNvSpPr/>
          <p:nvPr/>
        </p:nvSpPr>
        <p:spPr>
          <a:xfrm>
            <a:off x="639104" y="2645749"/>
            <a:ext cx="2196512" cy="402336"/>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1728" b="1" spc="720" kern="0" dirty="0">
                <a:solidFill>
                  <a:srgbClr val="FFFFFF"/>
                </a:solidFill>
                <a:latin typeface="微软雅黑" pitchFamily="34" charset="0"/>
                <a:ea typeface="微软雅黑" pitchFamily="34" charset="-122"/>
                <a:cs typeface="微软雅黑" pitchFamily="34" charset="-120"/>
              </a:rPr>
              <a:t>CONTENTS</a:t>
            </a:r>
            <a:endParaRPr lang="en-US" sz="1152" dirty="0"/>
          </a:p>
        </p:txBody>
      </p:sp>
      <p:sp>
        <p:nvSpPr>
          <p:cNvPr id="6" name="Shape 3"/>
          <p:cNvSpPr/>
          <p:nvPr/>
        </p:nvSpPr>
        <p:spPr>
          <a:xfrm>
            <a:off x="1310260" y="3144926"/>
            <a:ext cx="854199" cy="0"/>
          </a:xfrm>
          <a:custGeom>
            <a:avLst/>
            <a:gdLst/>
            <a:ahLst/>
            <a:cxnLst/>
            <a:rect l="l" t="t" r="r" b="b"/>
            <a:pathLst>
              <a:path w="854199" h="0">
                <a:moveTo>
                  <a:pt x="0" y="0"/>
                </a:moveTo>
                <a:lnTo>
                  <a:pt x="854199" y="0"/>
                </a:lnTo>
              </a:path>
            </a:pathLst>
          </a:custGeom>
          <a:noFill/>
          <a:ln w="54864">
            <a:solidFill>
              <a:srgbClr val="FFFFFF"/>
            </a:solidFill>
            <a:prstDash val="solid"/>
            <a:headEnd type="none"/>
            <a:tailEnd type="none"/>
          </a:ln>
        </p:spPr>
      </p:sp>
      <p:sp>
        <p:nvSpPr>
          <p:cNvPr id="7" name="Shape 4"/>
          <p:cNvSpPr/>
          <p:nvPr/>
        </p:nvSpPr>
        <p:spPr>
          <a:xfrm>
            <a:off x="8961120" y="1165033"/>
            <a:ext cx="182880" cy="2813434"/>
          </a:xfrm>
          <a:custGeom>
            <a:avLst/>
            <a:gdLst/>
            <a:ahLst/>
            <a:cxnLst/>
            <a:rect l="l" t="t" r="r" b="b"/>
            <a:pathLst>
              <a:path w="182880" h="2813434">
                <a:moveTo>
                  <a:pt x="0" y="0"/>
                </a:moveTo>
                <a:lnTo>
                  <a:pt x="182880" y="0"/>
                </a:lnTo>
                <a:lnTo>
                  <a:pt x="182880" y="2813434"/>
                </a:lnTo>
                <a:lnTo>
                  <a:pt x="0" y="2813434"/>
                </a:lnTo>
                <a:close/>
              </a:path>
            </a:pathLst>
          </a:custGeom>
          <a:solidFill>
            <a:srgbClr val="9B0000"/>
          </a:solidFill>
          <a:ln/>
        </p:spPr>
      </p:sp>
      <p:sp>
        <p:nvSpPr>
          <p:cNvPr id="8" name="Shape 5"/>
          <p:cNvSpPr/>
          <p:nvPr/>
        </p:nvSpPr>
        <p:spPr>
          <a:xfrm>
            <a:off x="3189328" y="282556"/>
            <a:ext cx="1097280" cy="1097280"/>
          </a:xfrm>
          <a:custGeom>
            <a:avLst/>
            <a:gdLst/>
            <a:ahLst/>
            <a:cxnLst/>
            <a:rect l="l" t="t" r="r" b="b"/>
            <a:pathLst>
              <a:path w="1097280" h="1097280">
                <a:moveTo>
                  <a:pt x="548640" y="0"/>
                </a:moveTo>
                <a:cubicBezTo>
                  <a:pt x="851443" y="0"/>
                  <a:pt x="1097280" y="245837"/>
                  <a:pt x="1097280" y="548640"/>
                </a:cubicBezTo>
                <a:cubicBezTo>
                  <a:pt x="1097280" y="851443"/>
                  <a:pt x="851443" y="1097280"/>
                  <a:pt x="548640" y="1097280"/>
                </a:cubicBezTo>
                <a:cubicBezTo>
                  <a:pt x="245837" y="1097280"/>
                  <a:pt x="0" y="851443"/>
                  <a:pt x="0" y="548640"/>
                </a:cubicBezTo>
                <a:cubicBezTo>
                  <a:pt x="0" y="245837"/>
                  <a:pt x="245837" y="0"/>
                  <a:pt x="548640" y="0"/>
                </a:cubicBezTo>
                <a:close/>
              </a:path>
            </a:pathLst>
          </a:custGeom>
          <a:solidFill>
            <a:srgbClr val="FFFFFF"/>
          </a:solidFill>
          <a:ln/>
        </p:spPr>
      </p:sp>
      <p:sp>
        <p:nvSpPr>
          <p:cNvPr id="9" name="Shape 6"/>
          <p:cNvSpPr/>
          <p:nvPr/>
        </p:nvSpPr>
        <p:spPr>
          <a:xfrm>
            <a:off x="3280768" y="373996"/>
            <a:ext cx="914400" cy="914400"/>
          </a:xfrm>
          <a:custGeom>
            <a:avLst/>
            <a:gdLst/>
            <a:ahLst/>
            <a:cxnLst/>
            <a:rect l="l" t="t" r="r" b="b"/>
            <a:pathLst>
              <a:path w="914400" h="914400">
                <a:moveTo>
                  <a:pt x="457200" y="0"/>
                </a:moveTo>
                <a:cubicBezTo>
                  <a:pt x="709536" y="0"/>
                  <a:pt x="914400" y="204864"/>
                  <a:pt x="914400" y="457200"/>
                </a:cubicBezTo>
                <a:cubicBezTo>
                  <a:pt x="914400" y="709536"/>
                  <a:pt x="709536" y="914400"/>
                  <a:pt x="457200" y="914400"/>
                </a:cubicBezTo>
                <a:cubicBezTo>
                  <a:pt x="204864" y="914400"/>
                  <a:pt x="0" y="709536"/>
                  <a:pt x="0" y="457200"/>
                </a:cubicBezTo>
                <a:cubicBezTo>
                  <a:pt x="0" y="204864"/>
                  <a:pt x="204864" y="0"/>
                  <a:pt x="457200" y="0"/>
                </a:cubicBezTo>
                <a:close/>
              </a:path>
            </a:pathLst>
          </a:custGeom>
          <a:solidFill>
            <a:srgbClr val="9B0000"/>
          </a:solidFill>
          <a:ln/>
        </p:spPr>
      </p:sp>
      <p:sp>
        <p:nvSpPr>
          <p:cNvPr id="10" name="Text 7"/>
          <p:cNvSpPr/>
          <p:nvPr/>
        </p:nvSpPr>
        <p:spPr>
          <a:xfrm>
            <a:off x="3280768" y="373996"/>
            <a:ext cx="914400" cy="91440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11" name="Text 8"/>
          <p:cNvSpPr/>
          <p:nvPr/>
        </p:nvSpPr>
        <p:spPr>
          <a:xfrm>
            <a:off x="4368662" y="575164"/>
            <a:ext cx="4182865"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12" name="Shape 9"/>
          <p:cNvSpPr/>
          <p:nvPr/>
        </p:nvSpPr>
        <p:spPr>
          <a:xfrm>
            <a:off x="3189328" y="1442925"/>
            <a:ext cx="1097280" cy="1097280"/>
          </a:xfrm>
          <a:custGeom>
            <a:avLst/>
            <a:gdLst/>
            <a:ahLst/>
            <a:cxnLst/>
            <a:rect l="l" t="t" r="r" b="b"/>
            <a:pathLst>
              <a:path w="1097280" h="1097280">
                <a:moveTo>
                  <a:pt x="548640" y="0"/>
                </a:moveTo>
                <a:cubicBezTo>
                  <a:pt x="851443" y="0"/>
                  <a:pt x="1097280" y="245837"/>
                  <a:pt x="1097280" y="548640"/>
                </a:cubicBezTo>
                <a:cubicBezTo>
                  <a:pt x="1097280" y="851443"/>
                  <a:pt x="851443" y="1097280"/>
                  <a:pt x="548640" y="1097280"/>
                </a:cubicBezTo>
                <a:cubicBezTo>
                  <a:pt x="245837" y="1097280"/>
                  <a:pt x="0" y="851443"/>
                  <a:pt x="0" y="548640"/>
                </a:cubicBezTo>
                <a:cubicBezTo>
                  <a:pt x="0" y="245837"/>
                  <a:pt x="245837" y="0"/>
                  <a:pt x="548640" y="0"/>
                </a:cubicBezTo>
                <a:close/>
              </a:path>
            </a:pathLst>
          </a:custGeom>
          <a:solidFill>
            <a:srgbClr val="FFFFFF"/>
          </a:solidFill>
          <a:ln/>
        </p:spPr>
      </p:sp>
      <p:sp>
        <p:nvSpPr>
          <p:cNvPr id="13" name="Shape 10"/>
          <p:cNvSpPr/>
          <p:nvPr/>
        </p:nvSpPr>
        <p:spPr>
          <a:xfrm>
            <a:off x="3280768" y="1534365"/>
            <a:ext cx="914400" cy="914400"/>
          </a:xfrm>
          <a:custGeom>
            <a:avLst/>
            <a:gdLst/>
            <a:ahLst/>
            <a:cxnLst/>
            <a:rect l="l" t="t" r="r" b="b"/>
            <a:pathLst>
              <a:path w="914400" h="914400">
                <a:moveTo>
                  <a:pt x="457200" y="0"/>
                </a:moveTo>
                <a:cubicBezTo>
                  <a:pt x="709536" y="0"/>
                  <a:pt x="914400" y="204864"/>
                  <a:pt x="914400" y="457200"/>
                </a:cubicBezTo>
                <a:cubicBezTo>
                  <a:pt x="914400" y="709536"/>
                  <a:pt x="709536" y="914400"/>
                  <a:pt x="457200" y="914400"/>
                </a:cubicBezTo>
                <a:cubicBezTo>
                  <a:pt x="204864" y="914400"/>
                  <a:pt x="0" y="709536"/>
                  <a:pt x="0" y="457200"/>
                </a:cubicBezTo>
                <a:cubicBezTo>
                  <a:pt x="0" y="204864"/>
                  <a:pt x="204864" y="0"/>
                  <a:pt x="457200" y="0"/>
                </a:cubicBezTo>
                <a:close/>
              </a:path>
            </a:pathLst>
          </a:custGeom>
          <a:solidFill>
            <a:srgbClr val="9B0000"/>
          </a:solidFill>
          <a:ln/>
        </p:spPr>
      </p:sp>
      <p:sp>
        <p:nvSpPr>
          <p:cNvPr id="14" name="Text 11"/>
          <p:cNvSpPr/>
          <p:nvPr/>
        </p:nvSpPr>
        <p:spPr>
          <a:xfrm>
            <a:off x="3280768" y="1534365"/>
            <a:ext cx="914400" cy="91440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5" name="Text 12"/>
          <p:cNvSpPr/>
          <p:nvPr/>
        </p:nvSpPr>
        <p:spPr>
          <a:xfrm>
            <a:off x="4368662" y="1735533"/>
            <a:ext cx="4182865"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目录项二</a:t>
            </a:r>
            <a:endParaRPr lang="en-US" sz="1152" dirty="0"/>
          </a:p>
        </p:txBody>
      </p:sp>
      <p:sp>
        <p:nvSpPr>
          <p:cNvPr id="16" name="Shape 13"/>
          <p:cNvSpPr/>
          <p:nvPr/>
        </p:nvSpPr>
        <p:spPr>
          <a:xfrm>
            <a:off x="3189328" y="2603295"/>
            <a:ext cx="1097280" cy="1097280"/>
          </a:xfrm>
          <a:custGeom>
            <a:avLst/>
            <a:gdLst/>
            <a:ahLst/>
            <a:cxnLst/>
            <a:rect l="l" t="t" r="r" b="b"/>
            <a:pathLst>
              <a:path w="1097280" h="1097280">
                <a:moveTo>
                  <a:pt x="548640" y="0"/>
                </a:moveTo>
                <a:cubicBezTo>
                  <a:pt x="851443" y="0"/>
                  <a:pt x="1097280" y="245837"/>
                  <a:pt x="1097280" y="548640"/>
                </a:cubicBezTo>
                <a:cubicBezTo>
                  <a:pt x="1097280" y="851443"/>
                  <a:pt x="851443" y="1097280"/>
                  <a:pt x="548640" y="1097280"/>
                </a:cubicBezTo>
                <a:cubicBezTo>
                  <a:pt x="245837" y="1097280"/>
                  <a:pt x="0" y="851443"/>
                  <a:pt x="0" y="548640"/>
                </a:cubicBezTo>
                <a:cubicBezTo>
                  <a:pt x="0" y="245837"/>
                  <a:pt x="245837" y="0"/>
                  <a:pt x="548640" y="0"/>
                </a:cubicBezTo>
                <a:close/>
              </a:path>
            </a:pathLst>
          </a:custGeom>
          <a:solidFill>
            <a:srgbClr val="FFFFFF"/>
          </a:solidFill>
          <a:ln/>
        </p:spPr>
      </p:sp>
      <p:sp>
        <p:nvSpPr>
          <p:cNvPr id="17" name="Shape 14"/>
          <p:cNvSpPr/>
          <p:nvPr/>
        </p:nvSpPr>
        <p:spPr>
          <a:xfrm>
            <a:off x="3280768" y="2694735"/>
            <a:ext cx="914400" cy="914400"/>
          </a:xfrm>
          <a:custGeom>
            <a:avLst/>
            <a:gdLst/>
            <a:ahLst/>
            <a:cxnLst/>
            <a:rect l="l" t="t" r="r" b="b"/>
            <a:pathLst>
              <a:path w="914400" h="914400">
                <a:moveTo>
                  <a:pt x="457200" y="0"/>
                </a:moveTo>
                <a:cubicBezTo>
                  <a:pt x="709536" y="0"/>
                  <a:pt x="914400" y="204864"/>
                  <a:pt x="914400" y="457200"/>
                </a:cubicBezTo>
                <a:cubicBezTo>
                  <a:pt x="914400" y="709536"/>
                  <a:pt x="709536" y="914400"/>
                  <a:pt x="457200" y="914400"/>
                </a:cubicBezTo>
                <a:cubicBezTo>
                  <a:pt x="204864" y="914400"/>
                  <a:pt x="0" y="709536"/>
                  <a:pt x="0" y="457200"/>
                </a:cubicBezTo>
                <a:cubicBezTo>
                  <a:pt x="0" y="204864"/>
                  <a:pt x="204864" y="0"/>
                  <a:pt x="457200" y="0"/>
                </a:cubicBezTo>
                <a:close/>
              </a:path>
            </a:pathLst>
          </a:custGeom>
          <a:solidFill>
            <a:srgbClr val="9B0000"/>
          </a:solidFill>
          <a:ln/>
        </p:spPr>
      </p:sp>
      <p:sp>
        <p:nvSpPr>
          <p:cNvPr id="18" name="Text 15"/>
          <p:cNvSpPr/>
          <p:nvPr/>
        </p:nvSpPr>
        <p:spPr>
          <a:xfrm>
            <a:off x="3280768" y="2694735"/>
            <a:ext cx="914400" cy="91440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9" name="Text 16"/>
          <p:cNvSpPr/>
          <p:nvPr/>
        </p:nvSpPr>
        <p:spPr>
          <a:xfrm>
            <a:off x="4368662" y="2895903"/>
            <a:ext cx="4182865"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目录项三</a:t>
            </a:r>
            <a:endParaRPr lang="en-US" sz="1152" dirty="0"/>
          </a:p>
        </p:txBody>
      </p:sp>
      <p:sp>
        <p:nvSpPr>
          <p:cNvPr id="20" name="Shape 17"/>
          <p:cNvSpPr/>
          <p:nvPr/>
        </p:nvSpPr>
        <p:spPr>
          <a:xfrm>
            <a:off x="3189328" y="3763664"/>
            <a:ext cx="1097280" cy="1097280"/>
          </a:xfrm>
          <a:custGeom>
            <a:avLst/>
            <a:gdLst/>
            <a:ahLst/>
            <a:cxnLst/>
            <a:rect l="l" t="t" r="r" b="b"/>
            <a:pathLst>
              <a:path w="1097280" h="1097280">
                <a:moveTo>
                  <a:pt x="548640" y="0"/>
                </a:moveTo>
                <a:cubicBezTo>
                  <a:pt x="851443" y="0"/>
                  <a:pt x="1097280" y="245837"/>
                  <a:pt x="1097280" y="548640"/>
                </a:cubicBezTo>
                <a:cubicBezTo>
                  <a:pt x="1097280" y="851443"/>
                  <a:pt x="851443" y="1097280"/>
                  <a:pt x="548640" y="1097280"/>
                </a:cubicBezTo>
                <a:cubicBezTo>
                  <a:pt x="245837" y="1097280"/>
                  <a:pt x="0" y="851443"/>
                  <a:pt x="0" y="548640"/>
                </a:cubicBezTo>
                <a:cubicBezTo>
                  <a:pt x="0" y="245837"/>
                  <a:pt x="245837" y="0"/>
                  <a:pt x="548640" y="0"/>
                </a:cubicBezTo>
                <a:close/>
              </a:path>
            </a:pathLst>
          </a:custGeom>
          <a:solidFill>
            <a:srgbClr val="FFFFFF"/>
          </a:solidFill>
          <a:ln/>
        </p:spPr>
      </p:sp>
      <p:sp>
        <p:nvSpPr>
          <p:cNvPr id="21" name="Shape 18"/>
          <p:cNvSpPr/>
          <p:nvPr/>
        </p:nvSpPr>
        <p:spPr>
          <a:xfrm>
            <a:off x="3280768" y="3855104"/>
            <a:ext cx="914400" cy="914400"/>
          </a:xfrm>
          <a:custGeom>
            <a:avLst/>
            <a:gdLst/>
            <a:ahLst/>
            <a:cxnLst/>
            <a:rect l="l" t="t" r="r" b="b"/>
            <a:pathLst>
              <a:path w="914400" h="914400">
                <a:moveTo>
                  <a:pt x="457200" y="0"/>
                </a:moveTo>
                <a:cubicBezTo>
                  <a:pt x="709536" y="0"/>
                  <a:pt x="914400" y="204864"/>
                  <a:pt x="914400" y="457200"/>
                </a:cubicBezTo>
                <a:cubicBezTo>
                  <a:pt x="914400" y="709536"/>
                  <a:pt x="709536" y="914400"/>
                  <a:pt x="457200" y="914400"/>
                </a:cubicBezTo>
                <a:cubicBezTo>
                  <a:pt x="204864" y="914400"/>
                  <a:pt x="0" y="709536"/>
                  <a:pt x="0" y="457200"/>
                </a:cubicBezTo>
                <a:cubicBezTo>
                  <a:pt x="0" y="204864"/>
                  <a:pt x="204864" y="0"/>
                  <a:pt x="457200" y="0"/>
                </a:cubicBezTo>
                <a:close/>
              </a:path>
            </a:pathLst>
          </a:custGeom>
          <a:solidFill>
            <a:srgbClr val="9B0000"/>
          </a:solidFill>
          <a:ln/>
        </p:spPr>
      </p:sp>
      <p:sp>
        <p:nvSpPr>
          <p:cNvPr id="22" name="Text 19"/>
          <p:cNvSpPr/>
          <p:nvPr/>
        </p:nvSpPr>
        <p:spPr>
          <a:xfrm>
            <a:off x="3280768" y="3855104"/>
            <a:ext cx="914400" cy="91440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04</a:t>
            </a:r>
            <a:endParaRPr lang="en-US" sz="1152" dirty="0"/>
          </a:p>
        </p:txBody>
      </p:sp>
      <p:sp>
        <p:nvSpPr>
          <p:cNvPr id="23" name="Text 20"/>
          <p:cNvSpPr/>
          <p:nvPr/>
        </p:nvSpPr>
        <p:spPr>
          <a:xfrm>
            <a:off x="4368662" y="4056272"/>
            <a:ext cx="4182865"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目录项四</a:t>
            </a:r>
            <a:endParaRPr lang="en-US" sz="1152"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74720" cy="5143500"/>
          </a:xfrm>
          <a:prstGeom prst="rect">
            <a:avLst/>
          </a:prstGeom>
        </p:spPr>
      </p:pic>
      <p:sp>
        <p:nvSpPr>
          <p:cNvPr id="3" name="Shape 0"/>
          <p:cNvSpPr/>
          <p:nvPr/>
        </p:nvSpPr>
        <p:spPr>
          <a:xfrm>
            <a:off x="0" y="0"/>
            <a:ext cx="3474720" cy="5143500"/>
          </a:xfrm>
          <a:custGeom>
            <a:avLst/>
            <a:gdLst/>
            <a:ahLst/>
            <a:cxnLst/>
            <a:rect l="l" t="t" r="r" b="b"/>
            <a:pathLst>
              <a:path w="3474720" h="5143500">
                <a:moveTo>
                  <a:pt x="0" y="0"/>
                </a:moveTo>
                <a:lnTo>
                  <a:pt x="3474720" y="0"/>
                </a:lnTo>
                <a:lnTo>
                  <a:pt x="3474720" y="5143500"/>
                </a:lnTo>
                <a:lnTo>
                  <a:pt x="0" y="5143500"/>
                </a:lnTo>
                <a:close/>
              </a:path>
            </a:pathLst>
          </a:custGeom>
          <a:solidFill>
            <a:srgbClr val="9B0000">
              <a:alpha val="70000"/>
            </a:srgbClr>
          </a:solidFill>
          <a:ln/>
        </p:spPr>
      </p:sp>
      <p:sp>
        <p:nvSpPr>
          <p:cNvPr id="4" name="Text 1"/>
          <p:cNvSpPr/>
          <p:nvPr/>
        </p:nvSpPr>
        <p:spPr>
          <a:xfrm>
            <a:off x="822960" y="1998574"/>
            <a:ext cx="1828800" cy="731520"/>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4320" dirty="0">
                <a:solidFill>
                  <a:srgbClr val="FFFFFF"/>
                </a:solidFill>
                <a:latin typeface="微软雅黑" pitchFamily="34" charset="0"/>
                <a:ea typeface="微软雅黑" pitchFamily="34" charset="-122"/>
                <a:cs typeface="微软雅黑" pitchFamily="34" charset="-120"/>
              </a:rPr>
              <a:t>目录</a:t>
            </a:r>
            <a:endParaRPr lang="en-US" sz="1152" dirty="0"/>
          </a:p>
        </p:txBody>
      </p:sp>
      <p:sp>
        <p:nvSpPr>
          <p:cNvPr id="5" name="Text 2"/>
          <p:cNvSpPr/>
          <p:nvPr/>
        </p:nvSpPr>
        <p:spPr>
          <a:xfrm>
            <a:off x="639104" y="2645749"/>
            <a:ext cx="2196512" cy="402336"/>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1728" b="1" spc="720" kern="0" dirty="0">
                <a:solidFill>
                  <a:srgbClr val="FFFFFF"/>
                </a:solidFill>
                <a:latin typeface="微软雅黑" pitchFamily="34" charset="0"/>
                <a:ea typeface="微软雅黑" pitchFamily="34" charset="-122"/>
                <a:cs typeface="微软雅黑" pitchFamily="34" charset="-120"/>
              </a:rPr>
              <a:t>CONTENTS</a:t>
            </a:r>
            <a:endParaRPr lang="en-US" sz="1152" dirty="0"/>
          </a:p>
        </p:txBody>
      </p:sp>
      <p:sp>
        <p:nvSpPr>
          <p:cNvPr id="6" name="Shape 3"/>
          <p:cNvSpPr/>
          <p:nvPr/>
        </p:nvSpPr>
        <p:spPr>
          <a:xfrm>
            <a:off x="1310260" y="3144926"/>
            <a:ext cx="854199" cy="0"/>
          </a:xfrm>
          <a:custGeom>
            <a:avLst/>
            <a:gdLst/>
            <a:ahLst/>
            <a:cxnLst/>
            <a:rect l="l" t="t" r="r" b="b"/>
            <a:pathLst>
              <a:path w="854199" h="0">
                <a:moveTo>
                  <a:pt x="0" y="0"/>
                </a:moveTo>
                <a:lnTo>
                  <a:pt x="854199" y="0"/>
                </a:lnTo>
              </a:path>
            </a:pathLst>
          </a:custGeom>
          <a:noFill/>
          <a:ln w="54864">
            <a:solidFill>
              <a:srgbClr val="FFFFFF"/>
            </a:solidFill>
            <a:prstDash val="solid"/>
            <a:headEnd type="none"/>
            <a:tailEnd type="none"/>
          </a:ln>
        </p:spPr>
      </p:sp>
      <p:sp>
        <p:nvSpPr>
          <p:cNvPr id="7" name="Shape 4"/>
          <p:cNvSpPr/>
          <p:nvPr/>
        </p:nvSpPr>
        <p:spPr>
          <a:xfrm>
            <a:off x="8961120" y="1165033"/>
            <a:ext cx="182880" cy="2813434"/>
          </a:xfrm>
          <a:custGeom>
            <a:avLst/>
            <a:gdLst/>
            <a:ahLst/>
            <a:cxnLst/>
            <a:rect l="l" t="t" r="r" b="b"/>
            <a:pathLst>
              <a:path w="182880" h="2813434">
                <a:moveTo>
                  <a:pt x="0" y="0"/>
                </a:moveTo>
                <a:lnTo>
                  <a:pt x="182880" y="0"/>
                </a:lnTo>
                <a:lnTo>
                  <a:pt x="182880" y="2813434"/>
                </a:lnTo>
                <a:lnTo>
                  <a:pt x="0" y="2813434"/>
                </a:lnTo>
                <a:close/>
              </a:path>
            </a:pathLst>
          </a:custGeom>
          <a:solidFill>
            <a:srgbClr val="9B0000"/>
          </a:solidFill>
          <a:ln/>
        </p:spPr>
      </p:sp>
      <p:sp>
        <p:nvSpPr>
          <p:cNvPr id="8" name="Shape 5"/>
          <p:cNvSpPr/>
          <p:nvPr/>
        </p:nvSpPr>
        <p:spPr>
          <a:xfrm>
            <a:off x="3223324" y="443015"/>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9" name="Shape 6"/>
          <p:cNvSpPr/>
          <p:nvPr/>
        </p:nvSpPr>
        <p:spPr>
          <a:xfrm>
            <a:off x="3269044" y="488735"/>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10" name="Text 7"/>
          <p:cNvSpPr/>
          <p:nvPr/>
        </p:nvSpPr>
        <p:spPr>
          <a:xfrm>
            <a:off x="3269044" y="488735"/>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11" name="Text 8"/>
          <p:cNvSpPr/>
          <p:nvPr/>
        </p:nvSpPr>
        <p:spPr>
          <a:xfrm>
            <a:off x="4056811" y="552743"/>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12" name="Shape 9"/>
          <p:cNvSpPr/>
          <p:nvPr/>
        </p:nvSpPr>
        <p:spPr>
          <a:xfrm>
            <a:off x="3223324" y="1324502"/>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13" name="Shape 10"/>
          <p:cNvSpPr/>
          <p:nvPr/>
        </p:nvSpPr>
        <p:spPr>
          <a:xfrm>
            <a:off x="3269044" y="1370222"/>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14" name="Text 11"/>
          <p:cNvSpPr/>
          <p:nvPr/>
        </p:nvSpPr>
        <p:spPr>
          <a:xfrm>
            <a:off x="3269044" y="1370222"/>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5" name="Text 12"/>
          <p:cNvSpPr/>
          <p:nvPr/>
        </p:nvSpPr>
        <p:spPr>
          <a:xfrm>
            <a:off x="4056811" y="1434230"/>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目录项二</a:t>
            </a:r>
            <a:endParaRPr lang="en-US" sz="1152" dirty="0"/>
          </a:p>
        </p:txBody>
      </p:sp>
      <p:sp>
        <p:nvSpPr>
          <p:cNvPr id="16" name="Shape 13"/>
          <p:cNvSpPr/>
          <p:nvPr/>
        </p:nvSpPr>
        <p:spPr>
          <a:xfrm>
            <a:off x="3223324" y="2205990"/>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17" name="Shape 14"/>
          <p:cNvSpPr/>
          <p:nvPr/>
        </p:nvSpPr>
        <p:spPr>
          <a:xfrm>
            <a:off x="3269044" y="2251710"/>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18" name="Text 15"/>
          <p:cNvSpPr/>
          <p:nvPr/>
        </p:nvSpPr>
        <p:spPr>
          <a:xfrm>
            <a:off x="3269044" y="2251710"/>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9" name="Text 16"/>
          <p:cNvSpPr/>
          <p:nvPr/>
        </p:nvSpPr>
        <p:spPr>
          <a:xfrm>
            <a:off x="4056811" y="2315718"/>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目录项三</a:t>
            </a:r>
            <a:endParaRPr lang="en-US" sz="1152" dirty="0"/>
          </a:p>
        </p:txBody>
      </p:sp>
      <p:sp>
        <p:nvSpPr>
          <p:cNvPr id="20" name="Shape 17"/>
          <p:cNvSpPr/>
          <p:nvPr/>
        </p:nvSpPr>
        <p:spPr>
          <a:xfrm>
            <a:off x="3223324" y="3087478"/>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21" name="Shape 18"/>
          <p:cNvSpPr/>
          <p:nvPr/>
        </p:nvSpPr>
        <p:spPr>
          <a:xfrm>
            <a:off x="3269044" y="3133198"/>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22" name="Text 19"/>
          <p:cNvSpPr/>
          <p:nvPr/>
        </p:nvSpPr>
        <p:spPr>
          <a:xfrm>
            <a:off x="3269044" y="3133198"/>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04</a:t>
            </a:r>
            <a:endParaRPr lang="en-US" sz="1152" dirty="0"/>
          </a:p>
        </p:txBody>
      </p:sp>
      <p:sp>
        <p:nvSpPr>
          <p:cNvPr id="23" name="Text 20"/>
          <p:cNvSpPr/>
          <p:nvPr/>
        </p:nvSpPr>
        <p:spPr>
          <a:xfrm>
            <a:off x="4056811" y="3197206"/>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目录项四</a:t>
            </a:r>
            <a:endParaRPr lang="en-US" sz="1152" dirty="0"/>
          </a:p>
        </p:txBody>
      </p:sp>
      <p:sp>
        <p:nvSpPr>
          <p:cNvPr id="24" name="Shape 21"/>
          <p:cNvSpPr/>
          <p:nvPr/>
        </p:nvSpPr>
        <p:spPr>
          <a:xfrm>
            <a:off x="3223324" y="3968965"/>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25" name="Shape 22"/>
          <p:cNvSpPr/>
          <p:nvPr/>
        </p:nvSpPr>
        <p:spPr>
          <a:xfrm>
            <a:off x="3269044" y="4014685"/>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26" name="Text 23"/>
          <p:cNvSpPr/>
          <p:nvPr/>
        </p:nvSpPr>
        <p:spPr>
          <a:xfrm>
            <a:off x="3269044" y="4014685"/>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05</a:t>
            </a:r>
            <a:endParaRPr lang="en-US" sz="1152" dirty="0"/>
          </a:p>
        </p:txBody>
      </p:sp>
      <p:sp>
        <p:nvSpPr>
          <p:cNvPr id="27" name="Text 24"/>
          <p:cNvSpPr/>
          <p:nvPr/>
        </p:nvSpPr>
        <p:spPr>
          <a:xfrm>
            <a:off x="4056811" y="4078693"/>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目录项五</a:t>
            </a:r>
            <a:endParaRPr lang="en-US" sz="1152"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98865" y="0"/>
            <a:ext cx="5728559" cy="5143500"/>
          </a:xfrm>
          <a:custGeom>
            <a:avLst/>
            <a:gdLst/>
            <a:ahLst/>
            <a:cxnLst/>
            <a:rect l="l" t="t" r="r" b="b"/>
            <a:pathLst>
              <a:path w="5728559" h="5143500">
                <a:moveTo>
                  <a:pt x="1675480" y="0"/>
                </a:moveTo>
                <a:lnTo>
                  <a:pt x="5728559" y="0"/>
                </a:lnTo>
                <a:lnTo>
                  <a:pt x="4053078" y="5143500"/>
                </a:lnTo>
                <a:lnTo>
                  <a:pt x="0" y="5143500"/>
                </a:lnTo>
                <a:close/>
              </a:path>
            </a:pathLst>
          </a:custGeom>
          <a:solidFill>
            <a:srgbClr val="9B0000"/>
          </a:solidFill>
          <a:ln/>
        </p:spPr>
      </p:sp>
      <p:sp>
        <p:nvSpPr>
          <p:cNvPr id="3" name="Shape 1"/>
          <p:cNvSpPr/>
          <p:nvPr/>
        </p:nvSpPr>
        <p:spPr>
          <a:xfrm>
            <a:off x="8158281" y="2039139"/>
            <a:ext cx="3457473" cy="3104361"/>
          </a:xfrm>
          <a:custGeom>
            <a:avLst/>
            <a:gdLst/>
            <a:ahLst/>
            <a:cxnLst/>
            <a:rect l="l" t="t" r="r" b="b"/>
            <a:pathLst>
              <a:path w="3457473" h="3104361">
                <a:moveTo>
                  <a:pt x="1011237" y="0"/>
                </a:moveTo>
                <a:lnTo>
                  <a:pt x="3457473" y="0"/>
                </a:lnTo>
                <a:lnTo>
                  <a:pt x="2446237" y="3104361"/>
                </a:lnTo>
                <a:lnTo>
                  <a:pt x="0" y="3104361"/>
                </a:lnTo>
                <a:close/>
              </a:path>
            </a:pathLst>
          </a:custGeom>
          <a:solidFill>
            <a:srgbClr val="9B0000"/>
          </a:solidFill>
          <a:ln/>
        </p:spPr>
      </p:sp>
      <p:sp>
        <p:nvSpPr>
          <p:cNvPr id="4" name="Text 2"/>
          <p:cNvSpPr/>
          <p:nvPr/>
        </p:nvSpPr>
        <p:spPr>
          <a:xfrm>
            <a:off x="555571" y="1385286"/>
            <a:ext cx="1828800" cy="731520"/>
          </a:xfrm>
          <a:prstGeom prst="rect">
            <a:avLst/>
          </a:prstGeom>
          <a:solidFill>
            <a:srgbClr val="FFFFFF">
              <a:alpha val="0"/>
            </a:srgbClr>
          </a:solidFill>
          <a:ln/>
          <a:effectLst>
            <a:outerShdw sx="100000" sy="100000" kx="0" ky="0" algn="bl" rotWithShape="0" blurRad="36576" dist="12700" dir="2700000">
              <a:srgbClr val="242424">
                <a:alpha val="75000"/>
              </a:srgbClr>
            </a:outerShdw>
          </a:effectLst>
        </p:spPr>
        <p:txBody>
          <a:bodyPr wrap="square" lIns="91440" tIns="38405" rIns="91440" bIns="0" rtlCol="0" anchor="t"/>
          <a:lstStyle/>
          <a:p>
            <a:pPr algn="ctr" indent="0" marL="0">
              <a:lnSpc>
                <a:spcPct val="100000"/>
              </a:lnSpc>
              <a:buNone/>
            </a:pPr>
            <a:r>
              <a:rPr lang="en-US" sz="4320" dirty="0">
                <a:solidFill>
                  <a:srgbClr val="FFFFFF"/>
                </a:solidFill>
                <a:latin typeface="微软雅黑" pitchFamily="34" charset="0"/>
                <a:ea typeface="微软雅黑" pitchFamily="34" charset="-122"/>
                <a:cs typeface="微软雅黑" pitchFamily="34" charset="-120"/>
              </a:rPr>
              <a:t>目录</a:t>
            </a:r>
            <a:endParaRPr lang="en-US" sz="1152" dirty="0"/>
          </a:p>
        </p:txBody>
      </p:sp>
      <p:sp>
        <p:nvSpPr>
          <p:cNvPr id="5" name="Text 3"/>
          <p:cNvSpPr/>
          <p:nvPr/>
        </p:nvSpPr>
        <p:spPr>
          <a:xfrm>
            <a:off x="371715" y="2032461"/>
            <a:ext cx="2196512" cy="402336"/>
          </a:xfrm>
          <a:prstGeom prst="rect">
            <a:avLst/>
          </a:prstGeom>
          <a:solidFill>
            <a:srgbClr val="FFFFFF">
              <a:alpha val="0"/>
            </a:srgbClr>
          </a:solidFill>
          <a:ln/>
          <a:effectLst>
            <a:outerShdw sx="100000" sy="100000" kx="0" ky="0" algn="bl" rotWithShape="0" blurRad="36576" dist="12700" dir="2700000">
              <a:srgbClr val="000000">
                <a:alpha val="75000"/>
              </a:srgbClr>
            </a:outerShdw>
          </a:effectLst>
        </p:spPr>
        <p:txBody>
          <a:bodyPr wrap="square" lIns="91440" tIns="38405" rIns="91440" bIns="0" rtlCol="0" anchor="t"/>
          <a:lstStyle/>
          <a:p>
            <a:pPr algn="ctr" indent="0" marL="0">
              <a:lnSpc>
                <a:spcPct val="100000"/>
              </a:lnSpc>
              <a:buNone/>
            </a:pPr>
            <a:r>
              <a:rPr lang="en-US" sz="1728" b="1" spc="720" kern="0" dirty="0">
                <a:solidFill>
                  <a:srgbClr val="FFFFFF"/>
                </a:solidFill>
                <a:latin typeface="微软雅黑" pitchFamily="34" charset="0"/>
                <a:ea typeface="微软雅黑" pitchFamily="34" charset="-122"/>
                <a:cs typeface="微软雅黑" pitchFamily="34" charset="-120"/>
              </a:rPr>
              <a:t>CONTENTS</a:t>
            </a:r>
            <a:endParaRPr lang="en-US" sz="1152" dirty="0"/>
          </a:p>
        </p:txBody>
      </p:sp>
      <p:sp>
        <p:nvSpPr>
          <p:cNvPr id="6" name="Shape 4"/>
          <p:cNvSpPr/>
          <p:nvPr/>
        </p:nvSpPr>
        <p:spPr>
          <a:xfrm>
            <a:off x="1042872" y="2531638"/>
            <a:ext cx="854199" cy="0"/>
          </a:xfrm>
          <a:custGeom>
            <a:avLst/>
            <a:gdLst/>
            <a:ahLst/>
            <a:cxnLst/>
            <a:rect l="l" t="t" r="r" b="b"/>
            <a:pathLst>
              <a:path w="854199" h="0">
                <a:moveTo>
                  <a:pt x="0" y="0"/>
                </a:moveTo>
                <a:lnTo>
                  <a:pt x="854199" y="0"/>
                </a:lnTo>
              </a:path>
            </a:pathLst>
          </a:custGeom>
          <a:noFill/>
          <a:ln w="54864">
            <a:solidFill>
              <a:srgbClr val="FFFFFF"/>
            </a:solidFill>
            <a:prstDash val="solid"/>
            <a:headEnd type="none"/>
            <a:tailEnd type="none"/>
          </a:ln>
        </p:spPr>
      </p:sp>
      <p:sp>
        <p:nvSpPr>
          <p:cNvPr id="7" name="Shape 5"/>
          <p:cNvSpPr/>
          <p:nvPr/>
        </p:nvSpPr>
        <p:spPr>
          <a:xfrm>
            <a:off x="3487719" y="226075"/>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8" name="Shape 6"/>
          <p:cNvSpPr/>
          <p:nvPr/>
        </p:nvSpPr>
        <p:spPr>
          <a:xfrm>
            <a:off x="3533439" y="271795"/>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9" name="Text 7"/>
          <p:cNvSpPr/>
          <p:nvPr/>
        </p:nvSpPr>
        <p:spPr>
          <a:xfrm>
            <a:off x="3533439" y="271795"/>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10" name="Text 8"/>
          <p:cNvSpPr/>
          <p:nvPr/>
        </p:nvSpPr>
        <p:spPr>
          <a:xfrm>
            <a:off x="4321206" y="335803"/>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11" name="Shape 9"/>
          <p:cNvSpPr/>
          <p:nvPr/>
        </p:nvSpPr>
        <p:spPr>
          <a:xfrm>
            <a:off x="3168655" y="1210743"/>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12" name="Shape 10"/>
          <p:cNvSpPr/>
          <p:nvPr/>
        </p:nvSpPr>
        <p:spPr>
          <a:xfrm>
            <a:off x="3214375" y="1256463"/>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13" name="Text 11"/>
          <p:cNvSpPr/>
          <p:nvPr/>
        </p:nvSpPr>
        <p:spPr>
          <a:xfrm>
            <a:off x="3214375" y="1256463"/>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4" name="Text 12"/>
          <p:cNvSpPr/>
          <p:nvPr/>
        </p:nvSpPr>
        <p:spPr>
          <a:xfrm>
            <a:off x="4002142" y="1320471"/>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目录项二</a:t>
            </a:r>
            <a:endParaRPr lang="en-US" sz="1152" dirty="0"/>
          </a:p>
        </p:txBody>
      </p:sp>
      <p:sp>
        <p:nvSpPr>
          <p:cNvPr id="15" name="Shape 13"/>
          <p:cNvSpPr/>
          <p:nvPr/>
        </p:nvSpPr>
        <p:spPr>
          <a:xfrm>
            <a:off x="2849591" y="2195410"/>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16" name="Shape 14"/>
          <p:cNvSpPr/>
          <p:nvPr/>
        </p:nvSpPr>
        <p:spPr>
          <a:xfrm>
            <a:off x="2895311" y="2241130"/>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17" name="Text 15"/>
          <p:cNvSpPr/>
          <p:nvPr/>
        </p:nvSpPr>
        <p:spPr>
          <a:xfrm>
            <a:off x="2895311" y="2241130"/>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8" name="Text 16"/>
          <p:cNvSpPr/>
          <p:nvPr/>
        </p:nvSpPr>
        <p:spPr>
          <a:xfrm>
            <a:off x="3683079" y="2305138"/>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目录项三</a:t>
            </a:r>
            <a:endParaRPr lang="en-US" sz="1152" dirty="0"/>
          </a:p>
        </p:txBody>
      </p:sp>
      <p:sp>
        <p:nvSpPr>
          <p:cNvPr id="19" name="Shape 17"/>
          <p:cNvSpPr/>
          <p:nvPr/>
        </p:nvSpPr>
        <p:spPr>
          <a:xfrm>
            <a:off x="2530528" y="3180077"/>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20" name="Shape 18"/>
          <p:cNvSpPr/>
          <p:nvPr/>
        </p:nvSpPr>
        <p:spPr>
          <a:xfrm>
            <a:off x="2576248" y="3225797"/>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21" name="Text 19"/>
          <p:cNvSpPr/>
          <p:nvPr/>
        </p:nvSpPr>
        <p:spPr>
          <a:xfrm>
            <a:off x="2576248" y="3225797"/>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04</a:t>
            </a:r>
            <a:endParaRPr lang="en-US" sz="1152" dirty="0"/>
          </a:p>
        </p:txBody>
      </p:sp>
      <p:sp>
        <p:nvSpPr>
          <p:cNvPr id="22" name="Text 20"/>
          <p:cNvSpPr/>
          <p:nvPr/>
        </p:nvSpPr>
        <p:spPr>
          <a:xfrm>
            <a:off x="3364015" y="3289805"/>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目录项四</a:t>
            </a:r>
            <a:endParaRPr lang="en-US" sz="1152" dirty="0"/>
          </a:p>
        </p:txBody>
      </p:sp>
      <p:sp>
        <p:nvSpPr>
          <p:cNvPr id="23" name="Shape 21"/>
          <p:cNvSpPr/>
          <p:nvPr/>
        </p:nvSpPr>
        <p:spPr>
          <a:xfrm>
            <a:off x="2211464" y="4164745"/>
            <a:ext cx="731520" cy="731520"/>
          </a:xfrm>
          <a:custGeom>
            <a:avLst/>
            <a:gdLst/>
            <a:ahLst/>
            <a:cxnLst/>
            <a:rect l="l" t="t" r="r" b="b"/>
            <a:pathLst>
              <a:path w="731520" h="731520">
                <a:moveTo>
                  <a:pt x="365760" y="0"/>
                </a:moveTo>
                <a:cubicBezTo>
                  <a:pt x="567628" y="0"/>
                  <a:pt x="731520" y="163892"/>
                  <a:pt x="731520" y="365760"/>
                </a:cubicBezTo>
                <a:cubicBezTo>
                  <a:pt x="731520" y="567628"/>
                  <a:pt x="567628" y="731520"/>
                  <a:pt x="365760" y="731520"/>
                </a:cubicBezTo>
                <a:cubicBezTo>
                  <a:pt x="163892" y="731520"/>
                  <a:pt x="0" y="567628"/>
                  <a:pt x="0" y="365760"/>
                </a:cubicBezTo>
                <a:cubicBezTo>
                  <a:pt x="0" y="163892"/>
                  <a:pt x="163892" y="0"/>
                  <a:pt x="365760" y="0"/>
                </a:cubicBezTo>
                <a:close/>
              </a:path>
            </a:pathLst>
          </a:custGeom>
          <a:solidFill>
            <a:srgbClr val="FFFFFF"/>
          </a:solidFill>
          <a:ln/>
        </p:spPr>
      </p:sp>
      <p:sp>
        <p:nvSpPr>
          <p:cNvPr id="24" name="Shape 22"/>
          <p:cNvSpPr/>
          <p:nvPr/>
        </p:nvSpPr>
        <p:spPr>
          <a:xfrm>
            <a:off x="2257184" y="4210465"/>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9B0000"/>
          </a:solidFill>
          <a:ln/>
        </p:spPr>
      </p:sp>
      <p:sp>
        <p:nvSpPr>
          <p:cNvPr id="25" name="Text 23"/>
          <p:cNvSpPr/>
          <p:nvPr/>
        </p:nvSpPr>
        <p:spPr>
          <a:xfrm>
            <a:off x="2257184" y="4210465"/>
            <a:ext cx="640080" cy="640080"/>
          </a:xfrm>
          <a:prstGeom prst="rect">
            <a:avLst/>
          </a:prstGeom>
          <a:solidFill>
            <a:srgbClr val="FFFFFF">
              <a:alpha val="0"/>
            </a:srgbClr>
          </a:solidFill>
          <a:ln/>
        </p:spPr>
        <p:txBody>
          <a:bodyPr wrap="square" lIns="0" tIns="0" rIns="0" bIns="0" rtlCol="0" anchor="ctr"/>
          <a:lstStyle/>
          <a:p>
            <a:pPr algn="ctr" indent="0" marL="0">
              <a:buNone/>
            </a:pPr>
            <a:r>
              <a:rPr lang="en-US" sz="2016" b="1" dirty="0">
                <a:solidFill>
                  <a:srgbClr val="FFFFFF"/>
                </a:solidFill>
                <a:latin typeface="微软雅黑" pitchFamily="34" charset="0"/>
                <a:ea typeface="微软雅黑" pitchFamily="34" charset="-122"/>
                <a:cs typeface="微软雅黑" pitchFamily="34" charset="-120"/>
              </a:rPr>
              <a:t>05</a:t>
            </a:r>
            <a:endParaRPr lang="en-US" sz="1152" dirty="0"/>
          </a:p>
        </p:txBody>
      </p:sp>
      <p:sp>
        <p:nvSpPr>
          <p:cNvPr id="26" name="Text 24"/>
          <p:cNvSpPr/>
          <p:nvPr/>
        </p:nvSpPr>
        <p:spPr>
          <a:xfrm>
            <a:off x="3044951" y="4274473"/>
            <a:ext cx="4433701" cy="51206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728" dirty="0">
                <a:solidFill>
                  <a:srgbClr val="333333"/>
                </a:solidFill>
                <a:latin typeface="微软雅黑" pitchFamily="34" charset="0"/>
                <a:ea typeface="微软雅黑" pitchFamily="34" charset="-122"/>
                <a:cs typeface="微软雅黑" pitchFamily="34" charset="-120"/>
              </a:rPr>
              <a:t>目录项五</a:t>
            </a:r>
            <a:endParaRPr lang="en-US" sz="1152"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98865" y="0"/>
            <a:ext cx="5728559" cy="5143500"/>
          </a:xfrm>
          <a:custGeom>
            <a:avLst/>
            <a:gdLst/>
            <a:ahLst/>
            <a:cxnLst/>
            <a:rect l="l" t="t" r="r" b="b"/>
            <a:pathLst>
              <a:path w="5728559" h="5143500">
                <a:moveTo>
                  <a:pt x="1675480" y="0"/>
                </a:moveTo>
                <a:lnTo>
                  <a:pt x="5728559" y="0"/>
                </a:lnTo>
                <a:lnTo>
                  <a:pt x="4053078" y="5143500"/>
                </a:lnTo>
                <a:lnTo>
                  <a:pt x="0" y="5143500"/>
                </a:lnTo>
                <a:close/>
              </a:path>
            </a:pathLst>
          </a:custGeom>
          <a:solidFill>
            <a:srgbClr val="9B0000"/>
          </a:solidFill>
          <a:ln/>
        </p:spPr>
      </p:sp>
      <p:sp>
        <p:nvSpPr>
          <p:cNvPr id="3" name="Shape 1"/>
          <p:cNvSpPr/>
          <p:nvPr/>
        </p:nvSpPr>
        <p:spPr>
          <a:xfrm>
            <a:off x="8158281" y="2039139"/>
            <a:ext cx="3457473" cy="3104361"/>
          </a:xfrm>
          <a:custGeom>
            <a:avLst/>
            <a:gdLst/>
            <a:ahLst/>
            <a:cxnLst/>
            <a:rect l="l" t="t" r="r" b="b"/>
            <a:pathLst>
              <a:path w="3457473" h="3104361">
                <a:moveTo>
                  <a:pt x="1011237" y="0"/>
                </a:moveTo>
                <a:lnTo>
                  <a:pt x="3457473" y="0"/>
                </a:lnTo>
                <a:lnTo>
                  <a:pt x="2446237" y="3104361"/>
                </a:lnTo>
                <a:lnTo>
                  <a:pt x="0" y="3104361"/>
                </a:lnTo>
                <a:close/>
              </a:path>
            </a:pathLst>
          </a:custGeom>
          <a:solidFill>
            <a:srgbClr val="9B0000"/>
          </a:solidFill>
          <a:ln/>
        </p:spPr>
      </p:sp>
      <p:sp>
        <p:nvSpPr>
          <p:cNvPr id="4" name="Text 2"/>
          <p:cNvSpPr/>
          <p:nvPr/>
        </p:nvSpPr>
        <p:spPr>
          <a:xfrm>
            <a:off x="555571" y="1385286"/>
            <a:ext cx="1828800" cy="731520"/>
          </a:xfrm>
          <a:prstGeom prst="rect">
            <a:avLst/>
          </a:prstGeom>
          <a:solidFill>
            <a:srgbClr val="FFFFFF">
              <a:alpha val="0"/>
            </a:srgbClr>
          </a:solidFill>
          <a:ln/>
          <a:effectLst>
            <a:outerShdw sx="100000" sy="100000" kx="0" ky="0" algn="bl" rotWithShape="0" blurRad="36576" dist="12700" dir="2700000">
              <a:srgbClr val="242424">
                <a:alpha val="75000"/>
              </a:srgbClr>
            </a:outerShdw>
          </a:effectLst>
        </p:spPr>
        <p:txBody>
          <a:bodyPr wrap="square" lIns="91440" tIns="38405" rIns="91440" bIns="0" rtlCol="0" anchor="t"/>
          <a:lstStyle/>
          <a:p>
            <a:pPr algn="ctr" indent="0" marL="0">
              <a:lnSpc>
                <a:spcPct val="100000"/>
              </a:lnSpc>
              <a:buNone/>
            </a:pPr>
            <a:r>
              <a:rPr lang="en-US" sz="4320" dirty="0">
                <a:solidFill>
                  <a:srgbClr val="FFFFFF"/>
                </a:solidFill>
                <a:latin typeface="微软雅黑" pitchFamily="34" charset="0"/>
                <a:ea typeface="微软雅黑" pitchFamily="34" charset="-122"/>
                <a:cs typeface="微软雅黑" pitchFamily="34" charset="-120"/>
              </a:rPr>
              <a:t>目录</a:t>
            </a:r>
            <a:endParaRPr lang="en-US" sz="1152" dirty="0"/>
          </a:p>
        </p:txBody>
      </p:sp>
      <p:sp>
        <p:nvSpPr>
          <p:cNvPr id="5" name="Text 3"/>
          <p:cNvSpPr/>
          <p:nvPr/>
        </p:nvSpPr>
        <p:spPr>
          <a:xfrm>
            <a:off x="371715" y="2032461"/>
            <a:ext cx="2196512" cy="402336"/>
          </a:xfrm>
          <a:prstGeom prst="rect">
            <a:avLst/>
          </a:prstGeom>
          <a:solidFill>
            <a:srgbClr val="FFFFFF">
              <a:alpha val="0"/>
            </a:srgbClr>
          </a:solidFill>
          <a:ln/>
          <a:effectLst>
            <a:outerShdw sx="100000" sy="100000" kx="0" ky="0" algn="bl" rotWithShape="0" blurRad="36576" dist="12700" dir="2700000">
              <a:srgbClr val="000000">
                <a:alpha val="75000"/>
              </a:srgbClr>
            </a:outerShdw>
          </a:effectLst>
        </p:spPr>
        <p:txBody>
          <a:bodyPr wrap="square" lIns="91440" tIns="38405" rIns="91440" bIns="0" rtlCol="0" anchor="t"/>
          <a:lstStyle/>
          <a:p>
            <a:pPr algn="ctr" indent="0" marL="0">
              <a:lnSpc>
                <a:spcPct val="100000"/>
              </a:lnSpc>
              <a:buNone/>
            </a:pPr>
            <a:r>
              <a:rPr lang="en-US" sz="1728" b="1" spc="720" kern="0" dirty="0">
                <a:solidFill>
                  <a:srgbClr val="FFFFFF"/>
                </a:solidFill>
                <a:latin typeface="微软雅黑" pitchFamily="34" charset="0"/>
                <a:ea typeface="微软雅黑" pitchFamily="34" charset="-122"/>
                <a:cs typeface="微软雅黑" pitchFamily="34" charset="-120"/>
              </a:rPr>
              <a:t>CONTENTS</a:t>
            </a:r>
            <a:endParaRPr lang="en-US" sz="1152" dirty="0"/>
          </a:p>
        </p:txBody>
      </p:sp>
      <p:sp>
        <p:nvSpPr>
          <p:cNvPr id="6" name="Shape 4"/>
          <p:cNvSpPr/>
          <p:nvPr/>
        </p:nvSpPr>
        <p:spPr>
          <a:xfrm>
            <a:off x="1042872" y="2531638"/>
            <a:ext cx="854199" cy="0"/>
          </a:xfrm>
          <a:custGeom>
            <a:avLst/>
            <a:gdLst/>
            <a:ahLst/>
            <a:cxnLst/>
            <a:rect l="l" t="t" r="r" b="b"/>
            <a:pathLst>
              <a:path w="854199" h="0">
                <a:moveTo>
                  <a:pt x="0" y="0"/>
                </a:moveTo>
                <a:lnTo>
                  <a:pt x="854199" y="0"/>
                </a:lnTo>
              </a:path>
            </a:pathLst>
          </a:custGeom>
          <a:noFill/>
          <a:ln w="54864">
            <a:solidFill>
              <a:srgbClr val="FFFFFF"/>
            </a:solidFill>
            <a:prstDash val="solid"/>
            <a:headEnd type="none"/>
            <a:tailEnd type="none"/>
          </a:ln>
        </p:spPr>
      </p:sp>
      <p:sp>
        <p:nvSpPr>
          <p:cNvPr id="7" name="Shape 5"/>
          <p:cNvSpPr/>
          <p:nvPr/>
        </p:nvSpPr>
        <p:spPr>
          <a:xfrm>
            <a:off x="3535175" y="239634"/>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FFFFFF"/>
          </a:solidFill>
          <a:ln/>
        </p:spPr>
      </p:sp>
      <p:sp>
        <p:nvSpPr>
          <p:cNvPr id="8" name="Shape 6"/>
          <p:cNvSpPr/>
          <p:nvPr/>
        </p:nvSpPr>
        <p:spPr>
          <a:xfrm>
            <a:off x="3580697" y="285136"/>
            <a:ext cx="548640" cy="548640"/>
          </a:xfrm>
          <a:custGeom>
            <a:avLst/>
            <a:gdLst/>
            <a:ahLst/>
            <a:cxnLst/>
            <a:rect l="l" t="t" r="r" b="b"/>
            <a:pathLst>
              <a:path w="548640" h="548640">
                <a:moveTo>
                  <a:pt x="274320" y="0"/>
                </a:moveTo>
                <a:cubicBezTo>
                  <a:pt x="425721" y="0"/>
                  <a:pt x="548640" y="122919"/>
                  <a:pt x="548640" y="274320"/>
                </a:cubicBezTo>
                <a:cubicBezTo>
                  <a:pt x="548640" y="425721"/>
                  <a:pt x="425721" y="548640"/>
                  <a:pt x="274320" y="548640"/>
                </a:cubicBezTo>
                <a:cubicBezTo>
                  <a:pt x="122919" y="548640"/>
                  <a:pt x="0" y="425721"/>
                  <a:pt x="0" y="274320"/>
                </a:cubicBezTo>
                <a:cubicBezTo>
                  <a:pt x="0" y="122919"/>
                  <a:pt x="122919" y="0"/>
                  <a:pt x="274320" y="0"/>
                </a:cubicBezTo>
                <a:close/>
              </a:path>
            </a:pathLst>
          </a:custGeom>
          <a:solidFill>
            <a:srgbClr val="9B0000"/>
          </a:solidFill>
          <a:ln/>
        </p:spPr>
      </p:sp>
      <p:sp>
        <p:nvSpPr>
          <p:cNvPr id="9" name="Text 7"/>
          <p:cNvSpPr/>
          <p:nvPr/>
        </p:nvSpPr>
        <p:spPr>
          <a:xfrm>
            <a:off x="3580697" y="285136"/>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10" name="Text 8"/>
          <p:cNvSpPr/>
          <p:nvPr/>
        </p:nvSpPr>
        <p:spPr>
          <a:xfrm>
            <a:off x="4233074" y="317358"/>
            <a:ext cx="4433701" cy="484632"/>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584" dirty="0">
                <a:solidFill>
                  <a:srgbClr val="333333"/>
                </a:solidFill>
                <a:latin typeface="微软雅黑" pitchFamily="34" charset="0"/>
                <a:ea typeface="微软雅黑" pitchFamily="34" charset="-122"/>
                <a:cs typeface="微软雅黑" pitchFamily="34" charset="-120"/>
              </a:rPr>
              <a:t>目录项一</a:t>
            </a:r>
            <a:endParaRPr lang="en-US" sz="1152" dirty="0"/>
          </a:p>
        </p:txBody>
      </p:sp>
      <p:sp>
        <p:nvSpPr>
          <p:cNvPr id="11" name="Shape 9"/>
          <p:cNvSpPr/>
          <p:nvPr/>
        </p:nvSpPr>
        <p:spPr>
          <a:xfrm>
            <a:off x="3278721" y="1017465"/>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FFFFFF"/>
          </a:solidFill>
          <a:ln/>
        </p:spPr>
      </p:sp>
      <p:sp>
        <p:nvSpPr>
          <p:cNvPr id="12" name="Shape 10"/>
          <p:cNvSpPr/>
          <p:nvPr/>
        </p:nvSpPr>
        <p:spPr>
          <a:xfrm>
            <a:off x="3324243" y="1062966"/>
            <a:ext cx="548640" cy="548640"/>
          </a:xfrm>
          <a:custGeom>
            <a:avLst/>
            <a:gdLst/>
            <a:ahLst/>
            <a:cxnLst/>
            <a:rect l="l" t="t" r="r" b="b"/>
            <a:pathLst>
              <a:path w="548640" h="548640">
                <a:moveTo>
                  <a:pt x="274320" y="0"/>
                </a:moveTo>
                <a:cubicBezTo>
                  <a:pt x="425721" y="0"/>
                  <a:pt x="548640" y="122919"/>
                  <a:pt x="548640" y="274320"/>
                </a:cubicBezTo>
                <a:cubicBezTo>
                  <a:pt x="548640" y="425721"/>
                  <a:pt x="425721" y="548640"/>
                  <a:pt x="274320" y="548640"/>
                </a:cubicBezTo>
                <a:cubicBezTo>
                  <a:pt x="122919" y="548640"/>
                  <a:pt x="0" y="425721"/>
                  <a:pt x="0" y="274320"/>
                </a:cubicBezTo>
                <a:cubicBezTo>
                  <a:pt x="0" y="122919"/>
                  <a:pt x="122919" y="0"/>
                  <a:pt x="274320" y="0"/>
                </a:cubicBezTo>
                <a:close/>
              </a:path>
            </a:pathLst>
          </a:custGeom>
          <a:solidFill>
            <a:srgbClr val="9B0000"/>
          </a:solidFill>
          <a:ln/>
        </p:spPr>
      </p:sp>
      <p:sp>
        <p:nvSpPr>
          <p:cNvPr id="13" name="Text 11"/>
          <p:cNvSpPr/>
          <p:nvPr/>
        </p:nvSpPr>
        <p:spPr>
          <a:xfrm>
            <a:off x="3324243" y="1062966"/>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4" name="Text 12"/>
          <p:cNvSpPr/>
          <p:nvPr/>
        </p:nvSpPr>
        <p:spPr>
          <a:xfrm>
            <a:off x="3976621" y="1095189"/>
            <a:ext cx="4433701" cy="484632"/>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584" dirty="0">
                <a:solidFill>
                  <a:srgbClr val="333333"/>
                </a:solidFill>
                <a:latin typeface="微软雅黑" pitchFamily="34" charset="0"/>
                <a:ea typeface="微软雅黑" pitchFamily="34" charset="-122"/>
                <a:cs typeface="微软雅黑" pitchFamily="34" charset="-120"/>
              </a:rPr>
              <a:t>目录项二</a:t>
            </a:r>
            <a:endParaRPr lang="en-US" sz="1152" dirty="0"/>
          </a:p>
        </p:txBody>
      </p:sp>
      <p:sp>
        <p:nvSpPr>
          <p:cNvPr id="15" name="Shape 13"/>
          <p:cNvSpPr/>
          <p:nvPr/>
        </p:nvSpPr>
        <p:spPr>
          <a:xfrm>
            <a:off x="3022267" y="1795295"/>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FFFFFF"/>
          </a:solidFill>
          <a:ln/>
        </p:spPr>
      </p:sp>
      <p:sp>
        <p:nvSpPr>
          <p:cNvPr id="16" name="Shape 14"/>
          <p:cNvSpPr/>
          <p:nvPr/>
        </p:nvSpPr>
        <p:spPr>
          <a:xfrm>
            <a:off x="3067790" y="1840797"/>
            <a:ext cx="548640" cy="548640"/>
          </a:xfrm>
          <a:custGeom>
            <a:avLst/>
            <a:gdLst/>
            <a:ahLst/>
            <a:cxnLst/>
            <a:rect l="l" t="t" r="r" b="b"/>
            <a:pathLst>
              <a:path w="548640" h="548640">
                <a:moveTo>
                  <a:pt x="274320" y="0"/>
                </a:moveTo>
                <a:cubicBezTo>
                  <a:pt x="425721" y="0"/>
                  <a:pt x="548640" y="122919"/>
                  <a:pt x="548640" y="274320"/>
                </a:cubicBezTo>
                <a:cubicBezTo>
                  <a:pt x="548640" y="425721"/>
                  <a:pt x="425721" y="548640"/>
                  <a:pt x="274320" y="548640"/>
                </a:cubicBezTo>
                <a:cubicBezTo>
                  <a:pt x="122919" y="548640"/>
                  <a:pt x="0" y="425721"/>
                  <a:pt x="0" y="274320"/>
                </a:cubicBezTo>
                <a:cubicBezTo>
                  <a:pt x="0" y="122919"/>
                  <a:pt x="122919" y="0"/>
                  <a:pt x="274320" y="0"/>
                </a:cubicBezTo>
                <a:close/>
              </a:path>
            </a:pathLst>
          </a:custGeom>
          <a:solidFill>
            <a:srgbClr val="9B0000"/>
          </a:solidFill>
          <a:ln/>
        </p:spPr>
      </p:sp>
      <p:sp>
        <p:nvSpPr>
          <p:cNvPr id="17" name="Text 15"/>
          <p:cNvSpPr/>
          <p:nvPr/>
        </p:nvSpPr>
        <p:spPr>
          <a:xfrm>
            <a:off x="3067790" y="1840797"/>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8" name="Text 16"/>
          <p:cNvSpPr/>
          <p:nvPr/>
        </p:nvSpPr>
        <p:spPr>
          <a:xfrm>
            <a:off x="3720167" y="1873019"/>
            <a:ext cx="4433701" cy="484632"/>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584" dirty="0">
                <a:solidFill>
                  <a:srgbClr val="333333"/>
                </a:solidFill>
                <a:latin typeface="微软雅黑" pitchFamily="34" charset="0"/>
                <a:ea typeface="微软雅黑" pitchFamily="34" charset="-122"/>
                <a:cs typeface="微软雅黑" pitchFamily="34" charset="-120"/>
              </a:rPr>
              <a:t>目录项三</a:t>
            </a:r>
            <a:endParaRPr lang="en-US" sz="1152" dirty="0"/>
          </a:p>
        </p:txBody>
      </p:sp>
      <p:sp>
        <p:nvSpPr>
          <p:cNvPr id="19" name="Shape 17"/>
          <p:cNvSpPr/>
          <p:nvPr/>
        </p:nvSpPr>
        <p:spPr>
          <a:xfrm>
            <a:off x="2765813" y="2573126"/>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FFFFFF"/>
          </a:solidFill>
          <a:ln/>
        </p:spPr>
      </p:sp>
      <p:sp>
        <p:nvSpPr>
          <p:cNvPr id="20" name="Shape 18"/>
          <p:cNvSpPr/>
          <p:nvPr/>
        </p:nvSpPr>
        <p:spPr>
          <a:xfrm>
            <a:off x="2811336" y="2618627"/>
            <a:ext cx="548640" cy="548640"/>
          </a:xfrm>
          <a:custGeom>
            <a:avLst/>
            <a:gdLst/>
            <a:ahLst/>
            <a:cxnLst/>
            <a:rect l="l" t="t" r="r" b="b"/>
            <a:pathLst>
              <a:path w="548640" h="548640">
                <a:moveTo>
                  <a:pt x="274320" y="0"/>
                </a:moveTo>
                <a:cubicBezTo>
                  <a:pt x="425721" y="0"/>
                  <a:pt x="548640" y="122919"/>
                  <a:pt x="548640" y="274320"/>
                </a:cubicBezTo>
                <a:cubicBezTo>
                  <a:pt x="548640" y="425721"/>
                  <a:pt x="425721" y="548640"/>
                  <a:pt x="274320" y="548640"/>
                </a:cubicBezTo>
                <a:cubicBezTo>
                  <a:pt x="122919" y="548640"/>
                  <a:pt x="0" y="425721"/>
                  <a:pt x="0" y="274320"/>
                </a:cubicBezTo>
                <a:cubicBezTo>
                  <a:pt x="0" y="122919"/>
                  <a:pt x="122919" y="0"/>
                  <a:pt x="274320" y="0"/>
                </a:cubicBezTo>
                <a:close/>
              </a:path>
            </a:pathLst>
          </a:custGeom>
          <a:solidFill>
            <a:srgbClr val="9B0000"/>
          </a:solidFill>
          <a:ln/>
        </p:spPr>
      </p:sp>
      <p:sp>
        <p:nvSpPr>
          <p:cNvPr id="21" name="Text 19"/>
          <p:cNvSpPr/>
          <p:nvPr/>
        </p:nvSpPr>
        <p:spPr>
          <a:xfrm>
            <a:off x="2811336" y="2618627"/>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04</a:t>
            </a:r>
            <a:endParaRPr lang="en-US" sz="1152" dirty="0"/>
          </a:p>
        </p:txBody>
      </p:sp>
      <p:sp>
        <p:nvSpPr>
          <p:cNvPr id="22" name="Text 20"/>
          <p:cNvSpPr/>
          <p:nvPr/>
        </p:nvSpPr>
        <p:spPr>
          <a:xfrm>
            <a:off x="3463713" y="2650850"/>
            <a:ext cx="4433701" cy="484632"/>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584" dirty="0">
                <a:solidFill>
                  <a:srgbClr val="333333"/>
                </a:solidFill>
                <a:latin typeface="微软雅黑" pitchFamily="34" charset="0"/>
                <a:ea typeface="微软雅黑" pitchFamily="34" charset="-122"/>
                <a:cs typeface="微软雅黑" pitchFamily="34" charset="-120"/>
              </a:rPr>
              <a:t>目录项四</a:t>
            </a:r>
            <a:endParaRPr lang="en-US" sz="1152" dirty="0"/>
          </a:p>
        </p:txBody>
      </p:sp>
      <p:sp>
        <p:nvSpPr>
          <p:cNvPr id="23" name="Shape 21"/>
          <p:cNvSpPr/>
          <p:nvPr/>
        </p:nvSpPr>
        <p:spPr>
          <a:xfrm>
            <a:off x="2509360" y="3350957"/>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FFFFFF"/>
          </a:solidFill>
          <a:ln/>
        </p:spPr>
      </p:sp>
      <p:sp>
        <p:nvSpPr>
          <p:cNvPr id="24" name="Shape 22"/>
          <p:cNvSpPr/>
          <p:nvPr/>
        </p:nvSpPr>
        <p:spPr>
          <a:xfrm>
            <a:off x="2554882" y="3396458"/>
            <a:ext cx="548640" cy="548640"/>
          </a:xfrm>
          <a:custGeom>
            <a:avLst/>
            <a:gdLst/>
            <a:ahLst/>
            <a:cxnLst/>
            <a:rect l="l" t="t" r="r" b="b"/>
            <a:pathLst>
              <a:path w="548640" h="548640">
                <a:moveTo>
                  <a:pt x="274320" y="0"/>
                </a:moveTo>
                <a:cubicBezTo>
                  <a:pt x="425721" y="0"/>
                  <a:pt x="548640" y="122919"/>
                  <a:pt x="548640" y="274320"/>
                </a:cubicBezTo>
                <a:cubicBezTo>
                  <a:pt x="548640" y="425721"/>
                  <a:pt x="425721" y="548640"/>
                  <a:pt x="274320" y="548640"/>
                </a:cubicBezTo>
                <a:cubicBezTo>
                  <a:pt x="122919" y="548640"/>
                  <a:pt x="0" y="425721"/>
                  <a:pt x="0" y="274320"/>
                </a:cubicBezTo>
                <a:cubicBezTo>
                  <a:pt x="0" y="122919"/>
                  <a:pt x="122919" y="0"/>
                  <a:pt x="274320" y="0"/>
                </a:cubicBezTo>
                <a:close/>
              </a:path>
            </a:pathLst>
          </a:custGeom>
          <a:solidFill>
            <a:srgbClr val="9B0000"/>
          </a:solidFill>
          <a:ln/>
        </p:spPr>
      </p:sp>
      <p:sp>
        <p:nvSpPr>
          <p:cNvPr id="25" name="Text 23"/>
          <p:cNvSpPr/>
          <p:nvPr/>
        </p:nvSpPr>
        <p:spPr>
          <a:xfrm>
            <a:off x="2554882" y="3396458"/>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05</a:t>
            </a:r>
            <a:endParaRPr lang="en-US" sz="1152" dirty="0"/>
          </a:p>
        </p:txBody>
      </p:sp>
      <p:sp>
        <p:nvSpPr>
          <p:cNvPr id="26" name="Text 24"/>
          <p:cNvSpPr/>
          <p:nvPr/>
        </p:nvSpPr>
        <p:spPr>
          <a:xfrm>
            <a:off x="3207259" y="3428681"/>
            <a:ext cx="4433701" cy="484632"/>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584" dirty="0">
                <a:solidFill>
                  <a:srgbClr val="333333"/>
                </a:solidFill>
                <a:latin typeface="微软雅黑" pitchFamily="34" charset="0"/>
                <a:ea typeface="微软雅黑" pitchFamily="34" charset="-122"/>
                <a:cs typeface="微软雅黑" pitchFamily="34" charset="-120"/>
              </a:rPr>
              <a:t>目录项五</a:t>
            </a:r>
            <a:endParaRPr lang="en-US" sz="1152" dirty="0"/>
          </a:p>
        </p:txBody>
      </p:sp>
      <p:sp>
        <p:nvSpPr>
          <p:cNvPr id="27" name="Shape 25"/>
          <p:cNvSpPr/>
          <p:nvPr/>
        </p:nvSpPr>
        <p:spPr>
          <a:xfrm>
            <a:off x="2252906" y="4128787"/>
            <a:ext cx="640080" cy="640080"/>
          </a:xfrm>
          <a:custGeom>
            <a:avLst/>
            <a:gdLst/>
            <a:ahLst/>
            <a:cxnLst/>
            <a:rect l="l" t="t" r="r" b="b"/>
            <a:pathLst>
              <a:path w="640080" h="640080">
                <a:moveTo>
                  <a:pt x="320040" y="0"/>
                </a:moveTo>
                <a:cubicBezTo>
                  <a:pt x="496675" y="0"/>
                  <a:pt x="640080" y="143405"/>
                  <a:pt x="640080" y="320040"/>
                </a:cubicBezTo>
                <a:cubicBezTo>
                  <a:pt x="640080" y="496675"/>
                  <a:pt x="496675" y="640080"/>
                  <a:pt x="320040" y="640080"/>
                </a:cubicBezTo>
                <a:cubicBezTo>
                  <a:pt x="143405" y="640080"/>
                  <a:pt x="0" y="496675"/>
                  <a:pt x="0" y="320040"/>
                </a:cubicBezTo>
                <a:cubicBezTo>
                  <a:pt x="0" y="143405"/>
                  <a:pt x="143405" y="0"/>
                  <a:pt x="320040" y="0"/>
                </a:cubicBezTo>
                <a:close/>
              </a:path>
            </a:pathLst>
          </a:custGeom>
          <a:solidFill>
            <a:srgbClr val="FFFFFF"/>
          </a:solidFill>
          <a:ln/>
        </p:spPr>
      </p:sp>
      <p:sp>
        <p:nvSpPr>
          <p:cNvPr id="28" name="Shape 26"/>
          <p:cNvSpPr/>
          <p:nvPr/>
        </p:nvSpPr>
        <p:spPr>
          <a:xfrm>
            <a:off x="2298428" y="4174289"/>
            <a:ext cx="548640" cy="548640"/>
          </a:xfrm>
          <a:custGeom>
            <a:avLst/>
            <a:gdLst/>
            <a:ahLst/>
            <a:cxnLst/>
            <a:rect l="l" t="t" r="r" b="b"/>
            <a:pathLst>
              <a:path w="548640" h="548640">
                <a:moveTo>
                  <a:pt x="274320" y="0"/>
                </a:moveTo>
                <a:cubicBezTo>
                  <a:pt x="425721" y="0"/>
                  <a:pt x="548640" y="122919"/>
                  <a:pt x="548640" y="274320"/>
                </a:cubicBezTo>
                <a:cubicBezTo>
                  <a:pt x="548640" y="425721"/>
                  <a:pt x="425721" y="548640"/>
                  <a:pt x="274320" y="548640"/>
                </a:cubicBezTo>
                <a:cubicBezTo>
                  <a:pt x="122919" y="548640"/>
                  <a:pt x="0" y="425721"/>
                  <a:pt x="0" y="274320"/>
                </a:cubicBezTo>
                <a:cubicBezTo>
                  <a:pt x="0" y="122919"/>
                  <a:pt x="122919" y="0"/>
                  <a:pt x="274320" y="0"/>
                </a:cubicBezTo>
                <a:close/>
              </a:path>
            </a:pathLst>
          </a:custGeom>
          <a:solidFill>
            <a:srgbClr val="9B0000"/>
          </a:solidFill>
          <a:ln/>
        </p:spPr>
      </p:sp>
      <p:sp>
        <p:nvSpPr>
          <p:cNvPr id="29" name="Text 27"/>
          <p:cNvSpPr/>
          <p:nvPr/>
        </p:nvSpPr>
        <p:spPr>
          <a:xfrm>
            <a:off x="2298428" y="4174289"/>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06</a:t>
            </a:r>
            <a:endParaRPr lang="en-US" sz="1152" dirty="0"/>
          </a:p>
        </p:txBody>
      </p:sp>
      <p:sp>
        <p:nvSpPr>
          <p:cNvPr id="30" name="Text 28"/>
          <p:cNvSpPr/>
          <p:nvPr/>
        </p:nvSpPr>
        <p:spPr>
          <a:xfrm>
            <a:off x="2950806" y="4206511"/>
            <a:ext cx="4433701" cy="484632"/>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584" dirty="0">
                <a:solidFill>
                  <a:srgbClr val="333333"/>
                </a:solidFill>
                <a:latin typeface="微软雅黑" pitchFamily="34" charset="0"/>
                <a:ea typeface="微软雅黑" pitchFamily="34" charset="-122"/>
                <a:cs typeface="微软雅黑" pitchFamily="34" charset="-120"/>
              </a:rPr>
              <a:t>目录项六</a:t>
            </a:r>
            <a:endParaRPr lang="en-US" sz="1152"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1200607"/>
            <a:ext cx="182880" cy="2743200"/>
          </a:xfrm>
          <a:custGeom>
            <a:avLst/>
            <a:gdLst/>
            <a:ahLst/>
            <a:cxnLst/>
            <a:rect l="l" t="t" r="r" b="b"/>
            <a:pathLst>
              <a:path w="182880" h="2743200">
                <a:moveTo>
                  <a:pt x="0" y="0"/>
                </a:moveTo>
                <a:lnTo>
                  <a:pt x="182880" y="0"/>
                </a:lnTo>
                <a:lnTo>
                  <a:pt x="182880" y="2743200"/>
                </a:lnTo>
                <a:lnTo>
                  <a:pt x="0" y="2743200"/>
                </a:lnTo>
                <a:close/>
              </a:path>
            </a:pathLst>
          </a:custGeom>
          <a:solidFill>
            <a:srgbClr val="9B0000"/>
          </a:solidFill>
          <a:ln/>
        </p:spPr>
      </p:sp>
      <p:sp>
        <p:nvSpPr>
          <p:cNvPr id="3" name="Shape 1"/>
          <p:cNvSpPr/>
          <p:nvPr/>
        </p:nvSpPr>
        <p:spPr>
          <a:xfrm>
            <a:off x="8961120" y="1200607"/>
            <a:ext cx="182880" cy="2743200"/>
          </a:xfrm>
          <a:custGeom>
            <a:avLst/>
            <a:gdLst/>
            <a:ahLst/>
            <a:cxnLst/>
            <a:rect l="l" t="t" r="r" b="b"/>
            <a:pathLst>
              <a:path w="182880" h="2743200">
                <a:moveTo>
                  <a:pt x="0" y="0"/>
                </a:moveTo>
                <a:lnTo>
                  <a:pt x="182880" y="0"/>
                </a:lnTo>
                <a:lnTo>
                  <a:pt x="182880" y="2743200"/>
                </a:lnTo>
                <a:lnTo>
                  <a:pt x="0" y="2743200"/>
                </a:lnTo>
                <a:close/>
              </a:path>
            </a:pathLst>
          </a:custGeom>
          <a:solidFill>
            <a:srgbClr val="9B0000"/>
          </a:solidFill>
          <a:ln/>
        </p:spPr>
      </p:sp>
      <p:sp>
        <p:nvSpPr>
          <p:cNvPr id="4" name="Shape 2"/>
          <p:cNvSpPr/>
          <p:nvPr/>
        </p:nvSpPr>
        <p:spPr>
          <a:xfrm>
            <a:off x="3840480" y="910177"/>
            <a:ext cx="1463040" cy="1463040"/>
          </a:xfrm>
          <a:custGeom>
            <a:avLst/>
            <a:gdLst/>
            <a:ahLst/>
            <a:cxnLst/>
            <a:rect l="l" t="t" r="r" b="b"/>
            <a:pathLst>
              <a:path w="1463040" h="1463040">
                <a:moveTo>
                  <a:pt x="731520" y="0"/>
                </a:moveTo>
                <a:cubicBezTo>
                  <a:pt x="1135257" y="0"/>
                  <a:pt x="1463040" y="327783"/>
                  <a:pt x="1463040" y="731520"/>
                </a:cubicBezTo>
                <a:cubicBezTo>
                  <a:pt x="1463040" y="1135257"/>
                  <a:pt x="1135257" y="1463040"/>
                  <a:pt x="731520" y="1463040"/>
                </a:cubicBezTo>
                <a:cubicBezTo>
                  <a:pt x="327783" y="1463040"/>
                  <a:pt x="0" y="1135257"/>
                  <a:pt x="0" y="731520"/>
                </a:cubicBezTo>
                <a:cubicBezTo>
                  <a:pt x="0" y="327783"/>
                  <a:pt x="327783" y="0"/>
                  <a:pt x="731520" y="0"/>
                </a:cubicBezTo>
                <a:close/>
              </a:path>
            </a:pathLst>
          </a:custGeom>
          <a:solidFill>
            <a:srgbClr val="9B0000"/>
          </a:solidFill>
          <a:ln/>
        </p:spPr>
      </p:sp>
      <p:sp>
        <p:nvSpPr>
          <p:cNvPr id="5" name="Text 3"/>
          <p:cNvSpPr/>
          <p:nvPr/>
        </p:nvSpPr>
        <p:spPr>
          <a:xfrm>
            <a:off x="3840480" y="910177"/>
            <a:ext cx="1463040" cy="1463040"/>
          </a:xfrm>
          <a:prstGeom prst="rect">
            <a:avLst/>
          </a:prstGeom>
          <a:solidFill>
            <a:srgbClr val="FFFFFF">
              <a:alpha val="0"/>
            </a:srgbClr>
          </a:solidFill>
          <a:ln/>
        </p:spPr>
        <p:txBody>
          <a:bodyPr wrap="square" lIns="0" tIns="0" rIns="0" bIns="0" rtlCol="0" anchor="ctr"/>
          <a:lstStyle/>
          <a:p>
            <a:pPr algn="ctr" indent="0" marL="0">
              <a:buNone/>
            </a:pPr>
            <a:r>
              <a:rPr lang="en-US" sz="5184"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6" name="Text 4"/>
          <p:cNvSpPr/>
          <p:nvPr/>
        </p:nvSpPr>
        <p:spPr>
          <a:xfrm>
            <a:off x="1484002" y="2440819"/>
            <a:ext cx="6175996" cy="78638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168" dirty="0">
                <a:solidFill>
                  <a:srgbClr val="333333"/>
                </a:solidFill>
                <a:latin typeface="微软雅黑" pitchFamily="34" charset="0"/>
                <a:ea typeface="微软雅黑" pitchFamily="34" charset="-122"/>
                <a:cs typeface="微软雅黑" pitchFamily="34" charset="-120"/>
              </a:rPr>
              <a:t>模板小节过渡标题</a:t>
            </a:r>
            <a:endParaRPr lang="en-US" sz="1152" dirty="0"/>
          </a:p>
        </p:txBody>
      </p:sp>
      <p:sp>
        <p:nvSpPr>
          <p:cNvPr id="7" name="Text 5"/>
          <p:cNvSpPr/>
          <p:nvPr/>
        </p:nvSpPr>
        <p:spPr>
          <a:xfrm>
            <a:off x="1819580" y="3322015"/>
            <a:ext cx="5504840"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模板小节过渡正文模板小节过渡正文模板小节过渡正文模板小节过渡正文模板小节过渡正文模板小节过渡正文模板小节过渡正文</a:t>
            </a:r>
            <a:endParaRPr lang="en-US" sz="1152" dirty="0"/>
          </a:p>
        </p:txBody>
      </p:sp>
      <p:sp>
        <p:nvSpPr>
          <p:cNvPr id="8" name="Shape 6"/>
          <p:cNvSpPr/>
          <p:nvPr/>
        </p:nvSpPr>
        <p:spPr>
          <a:xfrm rot="5400000">
            <a:off x="4457700" y="4575242"/>
            <a:ext cx="228600" cy="228600"/>
          </a:xfrm>
          <a:custGeom>
            <a:avLst/>
            <a:gdLst/>
            <a:ahLst/>
            <a:cxnLst/>
            <a:rect l="l" t="t" r="r" b="b"/>
            <a:pathLst>
              <a:path w="228600" h="228600">
                <a:moveTo>
                  <a:pt x="0" y="0"/>
                </a:moveTo>
                <a:lnTo>
                  <a:pt x="91440" y="0"/>
                </a:lnTo>
                <a:lnTo>
                  <a:pt x="228600" y="114300"/>
                </a:lnTo>
                <a:lnTo>
                  <a:pt x="91440" y="228600"/>
                </a:lnTo>
                <a:lnTo>
                  <a:pt x="0" y="228600"/>
                </a:lnTo>
                <a:lnTo>
                  <a:pt x="137160" y="114300"/>
                </a:lnTo>
                <a:lnTo>
                  <a:pt x="0" y="0"/>
                </a:lnTo>
                <a:close/>
              </a:path>
            </a:pathLst>
          </a:custGeom>
          <a:solidFill>
            <a:srgbClr val="9B0000"/>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1199693"/>
            <a:ext cx="9144000" cy="2743200"/>
          </a:xfrm>
          <a:custGeom>
            <a:avLst/>
            <a:gdLst/>
            <a:ahLst/>
            <a:cxnLst/>
            <a:rect l="l" t="t" r="r" b="b"/>
            <a:pathLst>
              <a:path w="9144000" h="2743200">
                <a:moveTo>
                  <a:pt x="0" y="0"/>
                </a:moveTo>
                <a:lnTo>
                  <a:pt x="9144000" y="0"/>
                </a:lnTo>
                <a:lnTo>
                  <a:pt x="9144000" y="2743200"/>
                </a:lnTo>
                <a:lnTo>
                  <a:pt x="0" y="2743200"/>
                </a:lnTo>
                <a:close/>
              </a:path>
            </a:pathLst>
          </a:custGeom>
          <a:solidFill>
            <a:srgbClr val="9B0000"/>
          </a:solidFill>
          <a:ln/>
        </p:spPr>
      </p:sp>
      <p:sp>
        <p:nvSpPr>
          <p:cNvPr id="3" name="Shape 1"/>
          <p:cNvSpPr/>
          <p:nvPr/>
        </p:nvSpPr>
        <p:spPr>
          <a:xfrm flipV="1">
            <a:off x="4379976" y="1135685"/>
            <a:ext cx="384048" cy="182880"/>
          </a:xfrm>
          <a:custGeom>
            <a:avLst/>
            <a:gdLst/>
            <a:ahLst/>
            <a:cxnLst/>
            <a:rect l="l" t="t" r="r" b="b"/>
            <a:pathLst>
              <a:path w="384048" h="182880">
                <a:moveTo>
                  <a:pt x="192024" y="0"/>
                </a:moveTo>
                <a:lnTo>
                  <a:pt x="0" y="182880"/>
                </a:lnTo>
                <a:lnTo>
                  <a:pt x="384048" y="182880"/>
                </a:lnTo>
                <a:close/>
              </a:path>
            </a:pathLst>
          </a:custGeom>
          <a:solidFill>
            <a:srgbClr val="FFFFFF"/>
          </a:solidFill>
          <a:ln/>
        </p:spPr>
      </p:sp>
      <p:sp>
        <p:nvSpPr>
          <p:cNvPr id="4" name="Text 2"/>
          <p:cNvSpPr/>
          <p:nvPr/>
        </p:nvSpPr>
        <p:spPr>
          <a:xfrm>
            <a:off x="3982212" y="1514241"/>
            <a:ext cx="1179576" cy="621792"/>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3456"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5" name="Text 3"/>
          <p:cNvSpPr/>
          <p:nvPr/>
        </p:nvSpPr>
        <p:spPr>
          <a:xfrm>
            <a:off x="1484002" y="2178101"/>
            <a:ext cx="6175996" cy="78638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168" dirty="0">
                <a:solidFill>
                  <a:srgbClr val="FFFFFF"/>
                </a:solidFill>
                <a:latin typeface="微软雅黑" pitchFamily="34" charset="0"/>
                <a:ea typeface="微软雅黑" pitchFamily="34" charset="-122"/>
                <a:cs typeface="微软雅黑" pitchFamily="34" charset="-120"/>
              </a:rPr>
              <a:t>模板小节过渡标题</a:t>
            </a:r>
            <a:endParaRPr lang="en-US" sz="1152" dirty="0"/>
          </a:p>
        </p:txBody>
      </p:sp>
      <p:sp>
        <p:nvSpPr>
          <p:cNvPr id="6" name="Text 4"/>
          <p:cNvSpPr/>
          <p:nvPr/>
        </p:nvSpPr>
        <p:spPr>
          <a:xfrm>
            <a:off x="1819580" y="2910250"/>
            <a:ext cx="5504840"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模板小节过渡正文模板小节过渡正文模板小节过渡正文模板小节过渡正文模板小节过渡正文模板小节过渡正文模板小节过渡正文</a:t>
            </a:r>
            <a:endParaRPr lang="en-US" sz="1152" dirty="0"/>
          </a:p>
        </p:txBody>
      </p:sp>
      <p:sp>
        <p:nvSpPr>
          <p:cNvPr id="7" name="Shape 5"/>
          <p:cNvSpPr/>
          <p:nvPr/>
        </p:nvSpPr>
        <p:spPr>
          <a:xfrm rot="5400000">
            <a:off x="4457700" y="4575242"/>
            <a:ext cx="228600" cy="228600"/>
          </a:xfrm>
          <a:custGeom>
            <a:avLst/>
            <a:gdLst/>
            <a:ahLst/>
            <a:cxnLst/>
            <a:rect l="l" t="t" r="r" b="b"/>
            <a:pathLst>
              <a:path w="228600" h="228600">
                <a:moveTo>
                  <a:pt x="0" y="0"/>
                </a:moveTo>
                <a:lnTo>
                  <a:pt x="91440" y="0"/>
                </a:lnTo>
                <a:lnTo>
                  <a:pt x="228600" y="114300"/>
                </a:lnTo>
                <a:lnTo>
                  <a:pt x="91440" y="228600"/>
                </a:lnTo>
                <a:lnTo>
                  <a:pt x="0" y="228600"/>
                </a:lnTo>
                <a:lnTo>
                  <a:pt x="137160" y="114300"/>
                </a:lnTo>
                <a:lnTo>
                  <a:pt x="0" y="0"/>
                </a:lnTo>
                <a:close/>
              </a:path>
            </a:pathLst>
          </a:custGeom>
          <a:solidFill>
            <a:srgbClr val="9B0000"/>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20000"/>
          </a:blip>
          <a:srcRect l="0" r="0" t="0" b="0"/>
          <a:stretch/>
        </p:blipFill>
        <p:spPr>
          <a:xfrm>
            <a:off x="6572250" y="0"/>
            <a:ext cx="5143500" cy="5143500"/>
          </a:xfrm>
          <a:prstGeom prst="ellipse">
            <a:avLst/>
          </a:prstGeom>
        </p:spPr>
      </p:pic>
      <p:sp>
        <p:nvSpPr>
          <p:cNvPr id="3" name="Shape 0"/>
          <p:cNvSpPr/>
          <p:nvPr/>
        </p:nvSpPr>
        <p:spPr>
          <a:xfrm>
            <a:off x="365760" y="1748790"/>
            <a:ext cx="1645920" cy="1645920"/>
          </a:xfrm>
          <a:custGeom>
            <a:avLst/>
            <a:gdLst/>
            <a:ahLst/>
            <a:cxnLst/>
            <a:rect l="l" t="t" r="r" b="b"/>
            <a:pathLst>
              <a:path w="1645920" h="1645920">
                <a:moveTo>
                  <a:pt x="0" y="0"/>
                </a:moveTo>
                <a:lnTo>
                  <a:pt x="1645920" y="0"/>
                </a:lnTo>
                <a:lnTo>
                  <a:pt x="1645920" y="1645920"/>
                </a:lnTo>
                <a:lnTo>
                  <a:pt x="0" y="1645920"/>
                </a:lnTo>
                <a:close/>
              </a:path>
            </a:pathLst>
          </a:custGeom>
          <a:solidFill>
            <a:srgbClr val="9B0000"/>
          </a:solidFill>
          <a:ln/>
        </p:spPr>
      </p:sp>
      <p:sp>
        <p:nvSpPr>
          <p:cNvPr id="4" name="Text 1"/>
          <p:cNvSpPr/>
          <p:nvPr/>
        </p:nvSpPr>
        <p:spPr>
          <a:xfrm>
            <a:off x="365760" y="1748790"/>
            <a:ext cx="1645920" cy="1645920"/>
          </a:xfrm>
          <a:prstGeom prst="rect">
            <a:avLst/>
          </a:prstGeom>
          <a:solidFill>
            <a:srgbClr val="FFFFFF">
              <a:alpha val="0"/>
            </a:srgbClr>
          </a:solidFill>
          <a:ln/>
        </p:spPr>
        <p:txBody>
          <a:bodyPr wrap="square" lIns="0" tIns="0" rIns="0" bIns="0" rtlCol="0" anchor="ctr"/>
          <a:lstStyle/>
          <a:p>
            <a:pPr algn="ctr" indent="0" marL="0">
              <a:buNone/>
            </a:pPr>
            <a:r>
              <a:rPr lang="en-US" sz="5184"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5" name="Text 2"/>
          <p:cNvSpPr/>
          <p:nvPr/>
        </p:nvSpPr>
        <p:spPr>
          <a:xfrm>
            <a:off x="2297525" y="1748790"/>
            <a:ext cx="6175996" cy="78638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3168" dirty="0">
                <a:solidFill>
                  <a:srgbClr val="333333"/>
                </a:solidFill>
                <a:latin typeface="微软雅黑" pitchFamily="34" charset="0"/>
                <a:ea typeface="微软雅黑" pitchFamily="34" charset="-122"/>
                <a:cs typeface="微软雅黑" pitchFamily="34" charset="-120"/>
              </a:rPr>
              <a:t>模板小节过渡标题</a:t>
            </a:r>
            <a:endParaRPr lang="en-US" sz="1152" dirty="0"/>
          </a:p>
        </p:txBody>
      </p:sp>
      <p:sp>
        <p:nvSpPr>
          <p:cNvPr id="6" name="Text 3"/>
          <p:cNvSpPr/>
          <p:nvPr/>
        </p:nvSpPr>
        <p:spPr>
          <a:xfrm>
            <a:off x="2297525" y="2571750"/>
            <a:ext cx="4087954" cy="84124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模板小节过渡正文模板小节过渡正文模板小节过渡正文模板小节过渡正文模板小节过渡正文模板小节过渡正文模板小节过渡正文</a:t>
            </a:r>
            <a:endParaRPr lang="en-US" sz="1152" dirty="0"/>
          </a:p>
        </p:txBody>
      </p:sp>
      <p:sp>
        <p:nvSpPr>
          <p:cNvPr id="7" name="Shape 4"/>
          <p:cNvSpPr/>
          <p:nvPr/>
        </p:nvSpPr>
        <p:spPr>
          <a:xfrm>
            <a:off x="2384274" y="2535174"/>
            <a:ext cx="1837315" cy="0"/>
          </a:xfrm>
          <a:custGeom>
            <a:avLst/>
            <a:gdLst/>
            <a:ahLst/>
            <a:cxnLst/>
            <a:rect l="l" t="t" r="r" b="b"/>
            <a:pathLst>
              <a:path w="1837315" h="0">
                <a:moveTo>
                  <a:pt x="0" y="0"/>
                </a:moveTo>
                <a:lnTo>
                  <a:pt x="1837315" y="0"/>
                </a:lnTo>
              </a:path>
            </a:pathLst>
          </a:custGeom>
          <a:noFill/>
          <a:ln w="9144">
            <a:solidFill>
              <a:srgbClr val="9B0000"/>
            </a:solidFill>
            <a:prstDash val="solid"/>
            <a:headEnd type="none"/>
            <a:tailEnd type="none"/>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1450529"/>
            <a:ext cx="3103591" cy="2069060"/>
          </a:xfrm>
          <a:prstGeom prst="rect">
            <a:avLst/>
          </a:prstGeom>
        </p:spPr>
      </p:pic>
      <p:sp>
        <p:nvSpPr>
          <p:cNvPr id="3" name="Shape 0"/>
          <p:cNvSpPr/>
          <p:nvPr/>
        </p:nvSpPr>
        <p:spPr>
          <a:xfrm>
            <a:off x="2947665" y="1450529"/>
            <a:ext cx="6196335" cy="2069060"/>
          </a:xfrm>
          <a:custGeom>
            <a:avLst/>
            <a:gdLst/>
            <a:ahLst/>
            <a:cxnLst/>
            <a:rect l="l" t="t" r="r" b="b"/>
            <a:pathLst>
              <a:path w="6196335" h="2069060">
                <a:moveTo>
                  <a:pt x="0" y="0"/>
                </a:moveTo>
                <a:lnTo>
                  <a:pt x="6196335" y="0"/>
                </a:lnTo>
                <a:lnTo>
                  <a:pt x="6196335" y="2069060"/>
                </a:lnTo>
                <a:lnTo>
                  <a:pt x="0" y="2069060"/>
                </a:lnTo>
                <a:close/>
              </a:path>
            </a:pathLst>
          </a:custGeom>
          <a:solidFill>
            <a:srgbClr val="9B0000"/>
          </a:solidFill>
          <a:ln/>
        </p:spPr>
      </p:sp>
      <p:sp>
        <p:nvSpPr>
          <p:cNvPr id="4" name="Text 1"/>
          <p:cNvSpPr/>
          <p:nvPr/>
        </p:nvSpPr>
        <p:spPr>
          <a:xfrm>
            <a:off x="3103591" y="2119299"/>
            <a:ext cx="1016871" cy="731520"/>
          </a:xfrm>
          <a:prstGeom prst="rect">
            <a:avLst/>
          </a:prstGeom>
          <a:solidFill>
            <a:srgbClr val="FFFFFF">
              <a:alpha val="0"/>
            </a:srgbClr>
          </a:solidFill>
          <a:ln/>
        </p:spPr>
        <p:txBody>
          <a:bodyPr wrap="square" lIns="91440" tIns="38405" rIns="91440" bIns="0" rtlCol="0" anchor="t"/>
          <a:lstStyle/>
          <a:p>
            <a:pPr algn="ctr" indent="0" marL="0">
              <a:lnSpc>
                <a:spcPct val="100000"/>
              </a:lnSpc>
              <a:buNone/>
            </a:pPr>
            <a:r>
              <a:rPr lang="en-US" sz="4320"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5" name="Text 2"/>
          <p:cNvSpPr/>
          <p:nvPr/>
        </p:nvSpPr>
        <p:spPr>
          <a:xfrm>
            <a:off x="4481835" y="1726107"/>
            <a:ext cx="4462174" cy="78638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3168" dirty="0">
                <a:solidFill>
                  <a:srgbClr val="FFFFFF"/>
                </a:solidFill>
                <a:latin typeface="微软雅黑" pitchFamily="34" charset="0"/>
                <a:ea typeface="微软雅黑" pitchFamily="34" charset="-122"/>
                <a:cs typeface="微软雅黑" pitchFamily="34" charset="-120"/>
              </a:rPr>
              <a:t>模板小节过渡标题</a:t>
            </a:r>
            <a:endParaRPr lang="en-US" sz="1152" dirty="0"/>
          </a:p>
        </p:txBody>
      </p:sp>
      <p:sp>
        <p:nvSpPr>
          <p:cNvPr id="6" name="Text 3"/>
          <p:cNvSpPr/>
          <p:nvPr/>
        </p:nvSpPr>
        <p:spPr>
          <a:xfrm>
            <a:off x="4481835" y="2485059"/>
            <a:ext cx="4462174" cy="621792"/>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模板小节过渡正文模板小节过渡正文模板小节过渡正文模板小节过渡正文模板小节过渡正文模板小节过渡正文</a:t>
            </a:r>
            <a:endParaRPr lang="en-US" sz="1152" dirty="0"/>
          </a:p>
        </p:txBody>
      </p:sp>
      <p:sp>
        <p:nvSpPr>
          <p:cNvPr id="7" name="Shape 4"/>
          <p:cNvSpPr/>
          <p:nvPr/>
        </p:nvSpPr>
        <p:spPr>
          <a:xfrm>
            <a:off x="4264607" y="1776616"/>
            <a:ext cx="0" cy="1416886"/>
          </a:xfrm>
          <a:custGeom>
            <a:avLst/>
            <a:gdLst/>
            <a:ahLst/>
            <a:cxnLst/>
            <a:rect l="l" t="t" r="r" b="b"/>
            <a:pathLst>
              <a:path w="0" h="1416886">
                <a:moveTo>
                  <a:pt x="0" y="0"/>
                </a:moveTo>
                <a:lnTo>
                  <a:pt x="0" y="1416886"/>
                </a:lnTo>
              </a:path>
            </a:pathLst>
          </a:custGeom>
          <a:noFill/>
          <a:ln w="54864">
            <a:solidFill>
              <a:srgbClr val="FFFFFF"/>
            </a:solidFill>
            <a:prstDash val="solid"/>
            <a:headEnd type="none"/>
            <a:tailEnd type="none"/>
          </a:ln>
        </p:spPr>
      </p:sp>
      <p:pic>
        <p:nvPicPr>
          <p:cNvPr id="8" name="Image 1" descr="preencoded.png">    </p:cNvPr>
          <p:cNvPicPr>
            <a:picLocks noChangeAspect="1"/>
          </p:cNvPicPr>
          <p:nvPr/>
        </p:nvPicPr>
        <p:blipFill>
          <a:blip r:embed="rId2">
            <a:alphaModFix amt="15000"/>
          </a:blip>
          <a:srcRect l="0" r="0" t="0" b="0"/>
          <a:stretch/>
        </p:blipFill>
        <p:spPr>
          <a:xfrm>
            <a:off x="6572250" y="0"/>
            <a:ext cx="5143500" cy="5143500"/>
          </a:xfrm>
          <a:prstGeom prst="ellipse">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5935" y="822960"/>
            <a:ext cx="3291840" cy="3291840"/>
          </a:xfrm>
          <a:custGeom>
            <a:avLst/>
            <a:gdLst/>
            <a:ahLst/>
            <a:cxnLst/>
            <a:rect l="l" t="t" r="r" b="b"/>
            <a:pathLst>
              <a:path w="3291840" h="3291840">
                <a:moveTo>
                  <a:pt x="0" y="0"/>
                </a:moveTo>
                <a:lnTo>
                  <a:pt x="3291840" y="0"/>
                </a:lnTo>
                <a:lnTo>
                  <a:pt x="3291840" y="3291840"/>
                </a:lnTo>
                <a:lnTo>
                  <a:pt x="0" y="3291840"/>
                </a:lnTo>
                <a:close/>
              </a:path>
            </a:pathLst>
          </a:custGeom>
          <a:solidFill>
            <a:srgbClr val="FFFFFF"/>
          </a:solidFill>
          <a:ln w="18288">
            <a:solidFill>
              <a:srgbClr val="9B0000"/>
            </a:solidFill>
            <a:prstDash val="solid"/>
          </a:ln>
        </p:spPr>
      </p:sp>
      <p:pic>
        <p:nvPicPr>
          <p:cNvPr id="3" name="Image 0" descr="preencoded.png">    </p:cNvPr>
          <p:cNvPicPr>
            <a:picLocks noChangeAspect="1"/>
          </p:cNvPicPr>
          <p:nvPr/>
        </p:nvPicPr>
        <p:blipFill>
          <a:blip r:embed="rId1">
            <a:alphaModFix amt="10000"/>
          </a:blip>
          <a:srcRect l="0" r="0" t="0" b="0"/>
          <a:stretch/>
        </p:blipFill>
        <p:spPr>
          <a:xfrm>
            <a:off x="6572250" y="0"/>
            <a:ext cx="5143500" cy="5143500"/>
          </a:xfrm>
          <a:prstGeom prst="ellipse">
            <a:avLst/>
          </a:prstGeom>
        </p:spPr>
      </p:pic>
      <p:sp>
        <p:nvSpPr>
          <p:cNvPr id="4" name="Text 1"/>
          <p:cNvSpPr/>
          <p:nvPr/>
        </p:nvSpPr>
        <p:spPr>
          <a:xfrm>
            <a:off x="3870188" y="2060641"/>
            <a:ext cx="4809545" cy="78638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3168" dirty="0">
                <a:solidFill>
                  <a:srgbClr val="333333"/>
                </a:solidFill>
                <a:latin typeface="微软雅黑" pitchFamily="34" charset="0"/>
                <a:ea typeface="微软雅黑" pitchFamily="34" charset="-122"/>
                <a:cs typeface="微软雅黑" pitchFamily="34" charset="-120"/>
              </a:rPr>
              <a:t>模板小节过渡标题</a:t>
            </a:r>
            <a:endParaRPr lang="en-US" sz="1152" dirty="0"/>
          </a:p>
        </p:txBody>
      </p:sp>
      <p:sp>
        <p:nvSpPr>
          <p:cNvPr id="5" name="Text 2"/>
          <p:cNvSpPr/>
          <p:nvPr/>
        </p:nvSpPr>
        <p:spPr>
          <a:xfrm>
            <a:off x="3870188" y="2883601"/>
            <a:ext cx="4217698" cy="84124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模板小节过渡正文模板小节过渡正文模板小节过渡正文模板小节过渡正文模板小节过渡正文模板小节过渡正文模板小节过渡正文</a:t>
            </a:r>
            <a:endParaRPr lang="en-US" sz="1152" dirty="0"/>
          </a:p>
        </p:txBody>
      </p:sp>
      <p:sp>
        <p:nvSpPr>
          <p:cNvPr id="6" name="Shape 3"/>
          <p:cNvSpPr/>
          <p:nvPr/>
        </p:nvSpPr>
        <p:spPr>
          <a:xfrm>
            <a:off x="3956937" y="2847025"/>
            <a:ext cx="1837315" cy="0"/>
          </a:xfrm>
          <a:custGeom>
            <a:avLst/>
            <a:gdLst/>
            <a:ahLst/>
            <a:cxnLst/>
            <a:rect l="l" t="t" r="r" b="b"/>
            <a:pathLst>
              <a:path w="1837315" h="0">
                <a:moveTo>
                  <a:pt x="0" y="0"/>
                </a:moveTo>
                <a:lnTo>
                  <a:pt x="1837315" y="0"/>
                </a:lnTo>
              </a:path>
            </a:pathLst>
          </a:custGeom>
          <a:noFill/>
          <a:ln w="9144">
            <a:solidFill>
              <a:srgbClr val="9B0000"/>
            </a:solidFill>
            <a:prstDash val="solid"/>
            <a:headEnd type="none"/>
            <a:tailEnd type="none"/>
          </a:ln>
        </p:spPr>
      </p:sp>
      <p:pic>
        <p:nvPicPr>
          <p:cNvPr id="7" name="Image 1" descr="preencoded.png">    </p:cNvPr>
          <p:cNvPicPr>
            <a:picLocks noChangeAspect="1"/>
          </p:cNvPicPr>
          <p:nvPr/>
        </p:nvPicPr>
        <p:blipFill>
          <a:blip r:embed="rId2"/>
          <a:stretch>
            <a:fillRect/>
          </a:stretch>
        </p:blipFill>
        <p:spPr>
          <a:xfrm>
            <a:off x="285031" y="935023"/>
            <a:ext cx="3291840" cy="3291840"/>
          </a:xfrm>
          <a:prstGeom prst="rect">
            <a:avLst/>
          </a:prstGeom>
        </p:spPr>
      </p:pic>
      <p:sp>
        <p:nvSpPr>
          <p:cNvPr id="8" name="Shape 4"/>
          <p:cNvSpPr/>
          <p:nvPr/>
        </p:nvSpPr>
        <p:spPr>
          <a:xfrm>
            <a:off x="3243288" y="1090524"/>
            <a:ext cx="1545694" cy="0"/>
          </a:xfrm>
          <a:custGeom>
            <a:avLst/>
            <a:gdLst/>
            <a:ahLst/>
            <a:cxnLst/>
            <a:rect l="l" t="t" r="r" b="b"/>
            <a:pathLst>
              <a:path w="1545694" h="0">
                <a:moveTo>
                  <a:pt x="0" y="0"/>
                </a:moveTo>
                <a:lnTo>
                  <a:pt x="1545694" y="0"/>
                </a:lnTo>
              </a:path>
            </a:pathLst>
          </a:custGeom>
          <a:noFill/>
          <a:ln w="73152">
            <a:solidFill>
              <a:srgbClr val="9B0000"/>
            </a:solidFill>
            <a:prstDash val="solid"/>
            <a:headEnd type="none"/>
            <a:tailEnd type="none"/>
          </a:ln>
        </p:spPr>
      </p:sp>
      <p:sp>
        <p:nvSpPr>
          <p:cNvPr id="9" name="Text 5"/>
          <p:cNvSpPr/>
          <p:nvPr/>
        </p:nvSpPr>
        <p:spPr>
          <a:xfrm>
            <a:off x="3870188" y="1300684"/>
            <a:ext cx="1234140" cy="841248"/>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5184" b="1" dirty="0">
                <a:solidFill>
                  <a:srgbClr val="333333"/>
                </a:solidFill>
                <a:latin typeface="微软雅黑" pitchFamily="34" charset="0"/>
                <a:ea typeface="微软雅黑" pitchFamily="34" charset="-122"/>
                <a:cs typeface="微软雅黑" pitchFamily="34" charset="-120"/>
              </a:rPr>
              <a:t>01</a:t>
            </a:r>
            <a:endParaRPr lang="en-US" sz="1152"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30131" b="26201"/>
          <a:stretch/>
        </p:blipFill>
        <p:spPr>
          <a:xfrm>
            <a:off x="0" y="0"/>
            <a:ext cx="9144000" cy="2631747"/>
          </a:xfrm>
          <a:prstGeom prst="rect">
            <a:avLst/>
          </a:prstGeom>
        </p:spPr>
      </p:pic>
      <p:sp>
        <p:nvSpPr>
          <p:cNvPr id="3" name="Shape 0"/>
          <p:cNvSpPr/>
          <p:nvPr/>
        </p:nvSpPr>
        <p:spPr>
          <a:xfrm>
            <a:off x="3886200" y="1945947"/>
            <a:ext cx="1371600" cy="1371600"/>
          </a:xfrm>
          <a:custGeom>
            <a:avLst/>
            <a:gdLst/>
            <a:ahLst/>
            <a:cxnLst/>
            <a:rect l="l" t="t" r="r" b="b"/>
            <a:pathLst>
              <a:path w="1371600" h="1371600">
                <a:moveTo>
                  <a:pt x="685800" y="0"/>
                </a:moveTo>
                <a:cubicBezTo>
                  <a:pt x="1064303" y="0"/>
                  <a:pt x="1371600" y="307297"/>
                  <a:pt x="1371600" y="685800"/>
                </a:cubicBezTo>
                <a:cubicBezTo>
                  <a:pt x="1371600" y="1064303"/>
                  <a:pt x="1064303" y="1371600"/>
                  <a:pt x="685800" y="1371600"/>
                </a:cubicBezTo>
                <a:cubicBezTo>
                  <a:pt x="307297" y="1371600"/>
                  <a:pt x="0" y="1064303"/>
                  <a:pt x="0" y="685800"/>
                </a:cubicBezTo>
                <a:cubicBezTo>
                  <a:pt x="0" y="307297"/>
                  <a:pt x="307297" y="0"/>
                  <a:pt x="685800" y="0"/>
                </a:cubicBezTo>
                <a:close/>
              </a:path>
            </a:pathLst>
          </a:custGeom>
          <a:solidFill>
            <a:srgbClr val="FFFFFF"/>
          </a:solidFill>
          <a:ln/>
        </p:spPr>
      </p:sp>
      <p:sp>
        <p:nvSpPr>
          <p:cNvPr id="4" name="Shape 1"/>
          <p:cNvSpPr/>
          <p:nvPr/>
        </p:nvSpPr>
        <p:spPr>
          <a:xfrm>
            <a:off x="3931920" y="1991667"/>
            <a:ext cx="1280160" cy="1280160"/>
          </a:xfrm>
          <a:custGeom>
            <a:avLst/>
            <a:gdLst/>
            <a:ahLst/>
            <a:cxnLst/>
            <a:rect l="l" t="t" r="r" b="b"/>
            <a:pathLst>
              <a:path w="1280160" h="1280160">
                <a:moveTo>
                  <a:pt x="640080" y="0"/>
                </a:moveTo>
                <a:cubicBezTo>
                  <a:pt x="993350" y="0"/>
                  <a:pt x="1280160" y="286810"/>
                  <a:pt x="1280160" y="640080"/>
                </a:cubicBezTo>
                <a:cubicBezTo>
                  <a:pt x="1280160" y="993350"/>
                  <a:pt x="993350" y="1280160"/>
                  <a:pt x="640080" y="1280160"/>
                </a:cubicBezTo>
                <a:cubicBezTo>
                  <a:pt x="286810" y="1280160"/>
                  <a:pt x="0" y="993350"/>
                  <a:pt x="0" y="640080"/>
                </a:cubicBezTo>
                <a:cubicBezTo>
                  <a:pt x="0" y="286810"/>
                  <a:pt x="286810" y="0"/>
                  <a:pt x="640080" y="0"/>
                </a:cubicBezTo>
                <a:close/>
              </a:path>
            </a:pathLst>
          </a:custGeom>
          <a:solidFill>
            <a:srgbClr val="9B0000"/>
          </a:solidFill>
          <a:ln/>
        </p:spPr>
      </p:sp>
      <p:sp>
        <p:nvSpPr>
          <p:cNvPr id="5" name="Text 2"/>
          <p:cNvSpPr/>
          <p:nvPr/>
        </p:nvSpPr>
        <p:spPr>
          <a:xfrm>
            <a:off x="3931920" y="1991667"/>
            <a:ext cx="1280160" cy="1280160"/>
          </a:xfrm>
          <a:prstGeom prst="rect">
            <a:avLst/>
          </a:prstGeom>
          <a:solidFill>
            <a:srgbClr val="FFFFFF">
              <a:alpha val="0"/>
            </a:srgbClr>
          </a:solidFill>
          <a:ln/>
        </p:spPr>
        <p:txBody>
          <a:bodyPr wrap="square" lIns="0" tIns="0" rIns="0" bIns="0" rtlCol="0" anchor="ctr"/>
          <a:lstStyle/>
          <a:p>
            <a:pPr algn="ctr" indent="0" marL="0">
              <a:buNone/>
            </a:pPr>
            <a:r>
              <a:rPr lang="en-US" sz="4320"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6" name="Text 3"/>
          <p:cNvSpPr/>
          <p:nvPr/>
        </p:nvSpPr>
        <p:spPr>
          <a:xfrm>
            <a:off x="884028" y="3271827"/>
            <a:ext cx="7375943" cy="78638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168" dirty="0">
                <a:solidFill>
                  <a:srgbClr val="333333"/>
                </a:solidFill>
                <a:latin typeface="微软雅黑" pitchFamily="34" charset="0"/>
                <a:ea typeface="微软雅黑" pitchFamily="34" charset="-122"/>
                <a:cs typeface="微软雅黑" pitchFamily="34" charset="-120"/>
              </a:rPr>
              <a:t>模板小节过渡标题</a:t>
            </a:r>
            <a:endParaRPr lang="en-US" sz="1152" dirty="0"/>
          </a:p>
        </p:txBody>
      </p:sp>
      <p:sp>
        <p:nvSpPr>
          <p:cNvPr id="7" name="Text 4"/>
          <p:cNvSpPr/>
          <p:nvPr/>
        </p:nvSpPr>
        <p:spPr>
          <a:xfrm>
            <a:off x="1660265" y="4058211"/>
            <a:ext cx="5823470"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模板小节过渡正文模板小节过渡正文模板小节过渡正文模板小节过渡正文模板小节过渡正文模板小节过渡正文模板小节过渡正文</a:t>
            </a:r>
            <a:endParaRPr lang="en-US" sz="1152" dirty="0"/>
          </a:p>
        </p:txBody>
      </p:sp>
      <p:sp>
        <p:nvSpPr>
          <p:cNvPr id="8" name="Shape 5"/>
          <p:cNvSpPr/>
          <p:nvPr/>
        </p:nvSpPr>
        <p:spPr>
          <a:xfrm>
            <a:off x="104402" y="4764745"/>
            <a:ext cx="277954" cy="277954"/>
          </a:xfrm>
          <a:custGeom>
            <a:avLst/>
            <a:gdLst/>
            <a:ahLst/>
            <a:cxnLst/>
            <a:rect l="l" t="t" r="r" b="b"/>
            <a:pathLst>
              <a:path w="277954" h="277954">
                <a:moveTo>
                  <a:pt x="0" y="0"/>
                </a:moveTo>
                <a:lnTo>
                  <a:pt x="0" y="277954"/>
                </a:lnTo>
                <a:lnTo>
                  <a:pt x="277954" y="277954"/>
                </a:lnTo>
                <a:lnTo>
                  <a:pt x="277954" y="250158"/>
                </a:lnTo>
                <a:lnTo>
                  <a:pt x="27795" y="250158"/>
                </a:lnTo>
                <a:lnTo>
                  <a:pt x="27795" y="0"/>
                </a:lnTo>
                <a:close/>
              </a:path>
            </a:pathLst>
          </a:custGeom>
          <a:solidFill>
            <a:srgbClr val="9B0000"/>
          </a:solidFill>
          <a:ln/>
        </p:spPr>
      </p:sp>
      <p:sp>
        <p:nvSpPr>
          <p:cNvPr id="9" name="Shape 6"/>
          <p:cNvSpPr/>
          <p:nvPr/>
        </p:nvSpPr>
        <p:spPr>
          <a:xfrm rot="-5400000">
            <a:off x="8758173" y="4764745"/>
            <a:ext cx="277954" cy="277954"/>
          </a:xfrm>
          <a:custGeom>
            <a:avLst/>
            <a:gdLst/>
            <a:ahLst/>
            <a:cxnLst/>
            <a:rect l="l" t="t" r="r" b="b"/>
            <a:pathLst>
              <a:path w="277954" h="277954">
                <a:moveTo>
                  <a:pt x="0" y="0"/>
                </a:moveTo>
                <a:lnTo>
                  <a:pt x="0" y="277954"/>
                </a:lnTo>
                <a:lnTo>
                  <a:pt x="277954" y="277954"/>
                </a:lnTo>
                <a:lnTo>
                  <a:pt x="277954" y="250158"/>
                </a:lnTo>
                <a:lnTo>
                  <a:pt x="27795" y="250158"/>
                </a:lnTo>
                <a:lnTo>
                  <a:pt x="27795" y="0"/>
                </a:lnTo>
                <a:close/>
              </a:path>
            </a:pathLst>
          </a:custGeom>
          <a:solidFill>
            <a:srgbClr val="9B0000"/>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38545" y="301298"/>
            <a:ext cx="7611348" cy="512064"/>
          </a:xfrm>
          <a:prstGeom prst="rect">
            <a:avLst/>
          </a:prstGeom>
          <a:solidFill>
            <a:srgbClr val="FFFFFF">
              <a:alpha val="0"/>
            </a:srgbClr>
          </a:solidFill>
          <a:ln/>
        </p:spPr>
        <p:txBody>
          <a:bodyPr wrap="square" lIns="91440" tIns="38405" rIns="91440" bIns="0" rtlCol="0" anchor="t"/>
          <a:lstStyle/>
          <a:p>
            <a:pPr algn="r" indent="0" marL="0">
              <a:lnSpc>
                <a:spcPct val="100000"/>
              </a:lnSpc>
              <a:buNone/>
            </a:pPr>
            <a:r>
              <a:rPr lang="en-US" sz="2592" dirty="0">
                <a:solidFill>
                  <a:srgbClr val="333333"/>
                </a:solidFill>
                <a:latin typeface="微软雅黑" pitchFamily="34" charset="0"/>
                <a:ea typeface="微软雅黑" pitchFamily="34" charset="-122"/>
                <a:cs typeface="微软雅黑" pitchFamily="34" charset="-120"/>
              </a:rPr>
              <a:t>模板内容页标题</a:t>
            </a:r>
            <a:endParaRPr lang="en-US" sz="1152" dirty="0"/>
          </a:p>
        </p:txBody>
      </p:sp>
      <p:sp>
        <p:nvSpPr>
          <p:cNvPr id="3" name="Shape 1"/>
          <p:cNvSpPr/>
          <p:nvPr/>
        </p:nvSpPr>
        <p:spPr>
          <a:xfrm>
            <a:off x="384962" y="273866"/>
            <a:ext cx="640080" cy="640080"/>
          </a:xfrm>
          <a:custGeom>
            <a:avLst/>
            <a:gdLst/>
            <a:ahLst/>
            <a:cxnLst/>
            <a:rect l="l" t="t" r="r" b="b"/>
            <a:pathLst>
              <a:path w="640080" h="640080">
                <a:moveTo>
                  <a:pt x="0" y="0"/>
                </a:moveTo>
                <a:lnTo>
                  <a:pt x="640080" y="0"/>
                </a:lnTo>
                <a:lnTo>
                  <a:pt x="640080" y="640080"/>
                </a:lnTo>
                <a:lnTo>
                  <a:pt x="0" y="640080"/>
                </a:lnTo>
                <a:close/>
              </a:path>
            </a:pathLst>
          </a:custGeom>
          <a:solidFill>
            <a:srgbClr val="9B0000"/>
          </a:solidFill>
          <a:ln/>
        </p:spPr>
      </p:sp>
      <p:sp>
        <p:nvSpPr>
          <p:cNvPr id="4" name="Shape 2"/>
          <p:cNvSpPr/>
          <p:nvPr/>
        </p:nvSpPr>
        <p:spPr>
          <a:xfrm>
            <a:off x="384866" y="915314"/>
            <a:ext cx="8270819" cy="0"/>
          </a:xfrm>
          <a:custGeom>
            <a:avLst/>
            <a:gdLst/>
            <a:ahLst/>
            <a:cxnLst/>
            <a:rect l="l" t="t" r="r" b="b"/>
            <a:pathLst>
              <a:path w="8270819" h="0">
                <a:moveTo>
                  <a:pt x="0" y="0"/>
                </a:moveTo>
                <a:lnTo>
                  <a:pt x="8270819" y="0"/>
                </a:lnTo>
              </a:path>
            </a:pathLst>
          </a:custGeom>
          <a:noFill/>
          <a:ln w="18288">
            <a:solidFill>
              <a:srgbClr val="9B0000"/>
            </a:solidFill>
            <a:prstDash val="solid"/>
            <a:headEnd type="none"/>
            <a:tailEnd type="none"/>
          </a:ln>
        </p:spPr>
      </p:sp>
      <p:sp>
        <p:nvSpPr>
          <p:cNvPr id="5" name="Shape 3"/>
          <p:cNvSpPr/>
          <p:nvPr/>
        </p:nvSpPr>
        <p:spPr>
          <a:xfrm>
            <a:off x="491490" y="386337"/>
            <a:ext cx="427025" cy="427025"/>
          </a:xfrm>
          <a:custGeom>
            <a:avLst/>
            <a:gdLst/>
            <a:ahLst/>
            <a:cxnLst/>
            <a:rect l="l" t="t" r="r" b="b"/>
            <a:pathLst>
              <a:path w="427025" h="427025">
                <a:moveTo>
                  <a:pt x="0" y="0"/>
                </a:moveTo>
                <a:lnTo>
                  <a:pt x="170810" y="0"/>
                </a:lnTo>
                <a:lnTo>
                  <a:pt x="427025" y="213512"/>
                </a:lnTo>
                <a:lnTo>
                  <a:pt x="170810" y="427025"/>
                </a:lnTo>
                <a:lnTo>
                  <a:pt x="0" y="427025"/>
                </a:lnTo>
                <a:lnTo>
                  <a:pt x="256215" y="213512"/>
                </a:lnTo>
                <a:lnTo>
                  <a:pt x="0" y="0"/>
                </a:lnTo>
                <a:close/>
              </a:path>
            </a:pathLst>
          </a:custGeom>
          <a:solidFill>
            <a:srgbClr val="FFFFFF"/>
          </a:solidFill>
          <a:ln/>
        </p:spPr>
      </p:sp>
      <p:sp>
        <p:nvSpPr>
          <p:cNvPr id="6" name="Shape 4"/>
          <p:cNvSpPr/>
          <p:nvPr/>
        </p:nvSpPr>
        <p:spPr>
          <a:xfrm>
            <a:off x="2494251" y="1750657"/>
            <a:ext cx="548640" cy="548640"/>
          </a:xfrm>
          <a:custGeom>
            <a:avLst/>
            <a:gdLst/>
            <a:ahLst/>
            <a:cxnLst/>
            <a:rect l="l" t="t" r="r" b="b"/>
            <a:pathLst>
              <a:path w="548640" h="548640">
                <a:moveTo>
                  <a:pt x="0" y="0"/>
                </a:moveTo>
                <a:lnTo>
                  <a:pt x="548640" y="0"/>
                </a:lnTo>
                <a:lnTo>
                  <a:pt x="548640" y="548640"/>
                </a:lnTo>
                <a:lnTo>
                  <a:pt x="0" y="548640"/>
                </a:lnTo>
                <a:close/>
              </a:path>
            </a:pathLst>
          </a:custGeom>
          <a:solidFill>
            <a:srgbClr val="9B0000"/>
          </a:solidFill>
          <a:ln/>
        </p:spPr>
      </p:sp>
      <p:sp>
        <p:nvSpPr>
          <p:cNvPr id="7" name="Text 5"/>
          <p:cNvSpPr/>
          <p:nvPr/>
        </p:nvSpPr>
        <p:spPr>
          <a:xfrm>
            <a:off x="2494251" y="1750657"/>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8" name="Text 6"/>
          <p:cNvSpPr/>
          <p:nvPr/>
        </p:nvSpPr>
        <p:spPr>
          <a:xfrm>
            <a:off x="1122651" y="2346926"/>
            <a:ext cx="3291840" cy="51206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728"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9" name="Text 7"/>
          <p:cNvSpPr/>
          <p:nvPr/>
        </p:nvSpPr>
        <p:spPr>
          <a:xfrm>
            <a:off x="1122651" y="2858990"/>
            <a:ext cx="329184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内容项正文内容项正文内容项正文内容项正文内容项正文内容项正文内容项正文内容项正文内容项正文内容项正文内容项正文内容项正文内容项正文内容项正文</a:t>
            </a:r>
            <a:endParaRPr lang="en-US" sz="1152" dirty="0"/>
          </a:p>
        </p:txBody>
      </p:sp>
      <p:sp>
        <p:nvSpPr>
          <p:cNvPr id="10" name="Shape 8"/>
          <p:cNvSpPr/>
          <p:nvPr/>
        </p:nvSpPr>
        <p:spPr>
          <a:xfrm>
            <a:off x="6101109" y="1750657"/>
            <a:ext cx="548640" cy="548640"/>
          </a:xfrm>
          <a:custGeom>
            <a:avLst/>
            <a:gdLst/>
            <a:ahLst/>
            <a:cxnLst/>
            <a:rect l="l" t="t" r="r" b="b"/>
            <a:pathLst>
              <a:path w="548640" h="548640">
                <a:moveTo>
                  <a:pt x="0" y="0"/>
                </a:moveTo>
                <a:lnTo>
                  <a:pt x="548640" y="0"/>
                </a:lnTo>
                <a:lnTo>
                  <a:pt x="548640" y="548640"/>
                </a:lnTo>
                <a:lnTo>
                  <a:pt x="0" y="548640"/>
                </a:lnTo>
                <a:close/>
              </a:path>
            </a:pathLst>
          </a:custGeom>
          <a:solidFill>
            <a:srgbClr val="9B0000"/>
          </a:solidFill>
          <a:ln/>
        </p:spPr>
      </p:sp>
      <p:sp>
        <p:nvSpPr>
          <p:cNvPr id="11" name="Text 9"/>
          <p:cNvSpPr/>
          <p:nvPr/>
        </p:nvSpPr>
        <p:spPr>
          <a:xfrm>
            <a:off x="6101109" y="1750657"/>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2" name="Text 10"/>
          <p:cNvSpPr/>
          <p:nvPr/>
        </p:nvSpPr>
        <p:spPr>
          <a:xfrm>
            <a:off x="4729509" y="2346926"/>
            <a:ext cx="3291840" cy="51206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728"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3" name="Text 11"/>
          <p:cNvSpPr/>
          <p:nvPr/>
        </p:nvSpPr>
        <p:spPr>
          <a:xfrm>
            <a:off x="4729509" y="2858990"/>
            <a:ext cx="329184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内容项正文内容项正文内容项正文内容项正文内容项正文内容项正文内容项正文内容项正文内容项正文内容项正文内容项正文内容项正文内容项正文内容项正文</a:t>
            </a:r>
            <a:endParaRPr lang="en-US" sz="1152"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38545" y="301298"/>
            <a:ext cx="7611348" cy="512064"/>
          </a:xfrm>
          <a:prstGeom prst="rect">
            <a:avLst/>
          </a:prstGeom>
          <a:solidFill>
            <a:srgbClr val="FFFFFF">
              <a:alpha val="0"/>
            </a:srgbClr>
          </a:solidFill>
          <a:ln/>
        </p:spPr>
        <p:txBody>
          <a:bodyPr wrap="square" lIns="91440" tIns="38405" rIns="91440" bIns="0" rtlCol="0" anchor="t"/>
          <a:lstStyle/>
          <a:p>
            <a:pPr algn="r" indent="0" marL="0">
              <a:lnSpc>
                <a:spcPct val="100000"/>
              </a:lnSpc>
              <a:buNone/>
            </a:pPr>
            <a:r>
              <a:rPr lang="en-US" sz="2592" dirty="0">
                <a:solidFill>
                  <a:srgbClr val="333333"/>
                </a:solidFill>
                <a:latin typeface="微软雅黑" pitchFamily="34" charset="0"/>
                <a:ea typeface="微软雅黑" pitchFamily="34" charset="-122"/>
                <a:cs typeface="微软雅黑" pitchFamily="34" charset="-120"/>
              </a:rPr>
              <a:t>模板内容页标题</a:t>
            </a:r>
            <a:endParaRPr lang="en-US" sz="1152" dirty="0"/>
          </a:p>
        </p:txBody>
      </p:sp>
      <p:sp>
        <p:nvSpPr>
          <p:cNvPr id="3" name="Shape 1"/>
          <p:cNvSpPr/>
          <p:nvPr/>
        </p:nvSpPr>
        <p:spPr>
          <a:xfrm>
            <a:off x="384962" y="273866"/>
            <a:ext cx="640080" cy="640080"/>
          </a:xfrm>
          <a:custGeom>
            <a:avLst/>
            <a:gdLst/>
            <a:ahLst/>
            <a:cxnLst/>
            <a:rect l="l" t="t" r="r" b="b"/>
            <a:pathLst>
              <a:path w="640080" h="640080">
                <a:moveTo>
                  <a:pt x="0" y="0"/>
                </a:moveTo>
                <a:lnTo>
                  <a:pt x="640080" y="0"/>
                </a:lnTo>
                <a:lnTo>
                  <a:pt x="640080" y="640080"/>
                </a:lnTo>
                <a:lnTo>
                  <a:pt x="0" y="640080"/>
                </a:lnTo>
                <a:close/>
              </a:path>
            </a:pathLst>
          </a:custGeom>
          <a:solidFill>
            <a:srgbClr val="9B0000"/>
          </a:solidFill>
          <a:ln/>
        </p:spPr>
      </p:sp>
      <p:sp>
        <p:nvSpPr>
          <p:cNvPr id="4" name="Shape 2"/>
          <p:cNvSpPr/>
          <p:nvPr/>
        </p:nvSpPr>
        <p:spPr>
          <a:xfrm>
            <a:off x="384866" y="915314"/>
            <a:ext cx="8270819" cy="0"/>
          </a:xfrm>
          <a:custGeom>
            <a:avLst/>
            <a:gdLst/>
            <a:ahLst/>
            <a:cxnLst/>
            <a:rect l="l" t="t" r="r" b="b"/>
            <a:pathLst>
              <a:path w="8270819" h="0">
                <a:moveTo>
                  <a:pt x="0" y="0"/>
                </a:moveTo>
                <a:lnTo>
                  <a:pt x="8270819" y="0"/>
                </a:lnTo>
              </a:path>
            </a:pathLst>
          </a:custGeom>
          <a:noFill/>
          <a:ln w="18288">
            <a:solidFill>
              <a:srgbClr val="9B0000"/>
            </a:solidFill>
            <a:prstDash val="solid"/>
            <a:headEnd type="none"/>
            <a:tailEnd type="none"/>
          </a:ln>
        </p:spPr>
      </p:sp>
      <p:sp>
        <p:nvSpPr>
          <p:cNvPr id="5" name="Shape 3"/>
          <p:cNvSpPr/>
          <p:nvPr/>
        </p:nvSpPr>
        <p:spPr>
          <a:xfrm>
            <a:off x="491490" y="386337"/>
            <a:ext cx="427025" cy="427025"/>
          </a:xfrm>
          <a:custGeom>
            <a:avLst/>
            <a:gdLst/>
            <a:ahLst/>
            <a:cxnLst/>
            <a:rect l="l" t="t" r="r" b="b"/>
            <a:pathLst>
              <a:path w="427025" h="427025">
                <a:moveTo>
                  <a:pt x="0" y="0"/>
                </a:moveTo>
                <a:lnTo>
                  <a:pt x="170810" y="0"/>
                </a:lnTo>
                <a:lnTo>
                  <a:pt x="427025" y="213512"/>
                </a:lnTo>
                <a:lnTo>
                  <a:pt x="170810" y="427025"/>
                </a:lnTo>
                <a:lnTo>
                  <a:pt x="0" y="427025"/>
                </a:lnTo>
                <a:lnTo>
                  <a:pt x="256215" y="213512"/>
                </a:lnTo>
                <a:lnTo>
                  <a:pt x="0" y="0"/>
                </a:lnTo>
                <a:close/>
              </a:path>
            </a:pathLst>
          </a:custGeom>
          <a:solidFill>
            <a:srgbClr val="FFFFFF"/>
          </a:solidFill>
          <a:ln/>
        </p:spPr>
      </p:sp>
      <p:sp>
        <p:nvSpPr>
          <p:cNvPr id="6" name="Shape 4"/>
          <p:cNvSpPr/>
          <p:nvPr/>
        </p:nvSpPr>
        <p:spPr>
          <a:xfrm>
            <a:off x="1486814" y="1743878"/>
            <a:ext cx="548640" cy="548640"/>
          </a:xfrm>
          <a:custGeom>
            <a:avLst/>
            <a:gdLst/>
            <a:ahLst/>
            <a:cxnLst/>
            <a:rect l="l" t="t" r="r" b="b"/>
            <a:pathLst>
              <a:path w="548640" h="548640">
                <a:moveTo>
                  <a:pt x="0" y="0"/>
                </a:moveTo>
                <a:lnTo>
                  <a:pt x="548640" y="0"/>
                </a:lnTo>
                <a:lnTo>
                  <a:pt x="548640" y="548640"/>
                </a:lnTo>
                <a:lnTo>
                  <a:pt x="0" y="548640"/>
                </a:lnTo>
                <a:close/>
              </a:path>
            </a:pathLst>
          </a:custGeom>
          <a:solidFill>
            <a:srgbClr val="9B0000"/>
          </a:solidFill>
          <a:ln/>
        </p:spPr>
      </p:sp>
      <p:sp>
        <p:nvSpPr>
          <p:cNvPr id="7" name="Text 5"/>
          <p:cNvSpPr/>
          <p:nvPr/>
        </p:nvSpPr>
        <p:spPr>
          <a:xfrm>
            <a:off x="1486814" y="1743878"/>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8" name="Text 6"/>
          <p:cNvSpPr/>
          <p:nvPr/>
        </p:nvSpPr>
        <p:spPr>
          <a:xfrm>
            <a:off x="389534" y="2340147"/>
            <a:ext cx="2743200" cy="48463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584"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9" name="Text 7"/>
          <p:cNvSpPr/>
          <p:nvPr/>
        </p:nvSpPr>
        <p:spPr>
          <a:xfrm>
            <a:off x="384962" y="2824779"/>
            <a:ext cx="274320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a:t>
            </a:r>
            <a:endParaRPr lang="en-US" sz="1152" dirty="0"/>
          </a:p>
        </p:txBody>
      </p:sp>
      <p:sp>
        <p:nvSpPr>
          <p:cNvPr id="10" name="Shape 8"/>
          <p:cNvSpPr/>
          <p:nvPr/>
        </p:nvSpPr>
        <p:spPr>
          <a:xfrm>
            <a:off x="4297680" y="1743878"/>
            <a:ext cx="548640" cy="548640"/>
          </a:xfrm>
          <a:custGeom>
            <a:avLst/>
            <a:gdLst/>
            <a:ahLst/>
            <a:cxnLst/>
            <a:rect l="l" t="t" r="r" b="b"/>
            <a:pathLst>
              <a:path w="548640" h="548640">
                <a:moveTo>
                  <a:pt x="0" y="0"/>
                </a:moveTo>
                <a:lnTo>
                  <a:pt x="548640" y="0"/>
                </a:lnTo>
                <a:lnTo>
                  <a:pt x="548640" y="548640"/>
                </a:lnTo>
                <a:lnTo>
                  <a:pt x="0" y="548640"/>
                </a:lnTo>
                <a:close/>
              </a:path>
            </a:pathLst>
          </a:custGeom>
          <a:solidFill>
            <a:srgbClr val="9B0000"/>
          </a:solidFill>
          <a:ln/>
        </p:spPr>
      </p:sp>
      <p:sp>
        <p:nvSpPr>
          <p:cNvPr id="11" name="Text 9"/>
          <p:cNvSpPr/>
          <p:nvPr/>
        </p:nvSpPr>
        <p:spPr>
          <a:xfrm>
            <a:off x="4297680" y="1743878"/>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2" name="Text 10"/>
          <p:cNvSpPr/>
          <p:nvPr/>
        </p:nvSpPr>
        <p:spPr>
          <a:xfrm>
            <a:off x="3200400" y="2340147"/>
            <a:ext cx="2743200" cy="48463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584"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3" name="Text 11"/>
          <p:cNvSpPr/>
          <p:nvPr/>
        </p:nvSpPr>
        <p:spPr>
          <a:xfrm>
            <a:off x="3200400" y="2824779"/>
            <a:ext cx="274320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a:t>
            </a:r>
            <a:endParaRPr lang="en-US" sz="1152" dirty="0"/>
          </a:p>
        </p:txBody>
      </p:sp>
      <p:sp>
        <p:nvSpPr>
          <p:cNvPr id="14" name="Shape 12"/>
          <p:cNvSpPr/>
          <p:nvPr/>
        </p:nvSpPr>
        <p:spPr>
          <a:xfrm>
            <a:off x="7108546" y="1723239"/>
            <a:ext cx="548640" cy="548640"/>
          </a:xfrm>
          <a:custGeom>
            <a:avLst/>
            <a:gdLst/>
            <a:ahLst/>
            <a:cxnLst/>
            <a:rect l="l" t="t" r="r" b="b"/>
            <a:pathLst>
              <a:path w="548640" h="548640">
                <a:moveTo>
                  <a:pt x="0" y="0"/>
                </a:moveTo>
                <a:lnTo>
                  <a:pt x="548640" y="0"/>
                </a:lnTo>
                <a:lnTo>
                  <a:pt x="548640" y="548640"/>
                </a:lnTo>
                <a:lnTo>
                  <a:pt x="0" y="548640"/>
                </a:lnTo>
                <a:close/>
              </a:path>
            </a:pathLst>
          </a:custGeom>
          <a:solidFill>
            <a:srgbClr val="9B0000"/>
          </a:solidFill>
          <a:ln/>
        </p:spPr>
      </p:sp>
      <p:sp>
        <p:nvSpPr>
          <p:cNvPr id="15" name="Text 13"/>
          <p:cNvSpPr/>
          <p:nvPr/>
        </p:nvSpPr>
        <p:spPr>
          <a:xfrm>
            <a:off x="7108546" y="1723239"/>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6" name="Text 14"/>
          <p:cNvSpPr/>
          <p:nvPr/>
        </p:nvSpPr>
        <p:spPr>
          <a:xfrm>
            <a:off x="6011266" y="2319508"/>
            <a:ext cx="2743200" cy="48463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584"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7" name="Text 15"/>
          <p:cNvSpPr/>
          <p:nvPr/>
        </p:nvSpPr>
        <p:spPr>
          <a:xfrm>
            <a:off x="6006694" y="2824779"/>
            <a:ext cx="274320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a:t>
            </a:r>
            <a:endParaRPr lang="en-US" sz="1152"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38545" y="301298"/>
            <a:ext cx="7611348" cy="512064"/>
          </a:xfrm>
          <a:prstGeom prst="rect">
            <a:avLst/>
          </a:prstGeom>
          <a:solidFill>
            <a:srgbClr val="FFFFFF">
              <a:alpha val="0"/>
            </a:srgbClr>
          </a:solidFill>
          <a:ln/>
        </p:spPr>
        <p:txBody>
          <a:bodyPr wrap="square" lIns="91440" tIns="38405" rIns="91440" bIns="0" rtlCol="0" anchor="t"/>
          <a:lstStyle/>
          <a:p>
            <a:pPr algn="r" indent="0" marL="0">
              <a:lnSpc>
                <a:spcPct val="100000"/>
              </a:lnSpc>
              <a:buNone/>
            </a:pPr>
            <a:r>
              <a:rPr lang="en-US" sz="2592" dirty="0">
                <a:solidFill>
                  <a:srgbClr val="333333"/>
                </a:solidFill>
                <a:latin typeface="微软雅黑" pitchFamily="34" charset="0"/>
                <a:ea typeface="微软雅黑" pitchFamily="34" charset="-122"/>
                <a:cs typeface="微软雅黑" pitchFamily="34" charset="-120"/>
              </a:rPr>
              <a:t>模板内容页标题</a:t>
            </a:r>
            <a:endParaRPr lang="en-US" sz="1152" dirty="0"/>
          </a:p>
        </p:txBody>
      </p:sp>
      <p:sp>
        <p:nvSpPr>
          <p:cNvPr id="3" name="Shape 1"/>
          <p:cNvSpPr/>
          <p:nvPr/>
        </p:nvSpPr>
        <p:spPr>
          <a:xfrm>
            <a:off x="384962" y="273866"/>
            <a:ext cx="640080" cy="640080"/>
          </a:xfrm>
          <a:custGeom>
            <a:avLst/>
            <a:gdLst/>
            <a:ahLst/>
            <a:cxnLst/>
            <a:rect l="l" t="t" r="r" b="b"/>
            <a:pathLst>
              <a:path w="640080" h="640080">
                <a:moveTo>
                  <a:pt x="0" y="0"/>
                </a:moveTo>
                <a:lnTo>
                  <a:pt x="640080" y="0"/>
                </a:lnTo>
                <a:lnTo>
                  <a:pt x="640080" y="640080"/>
                </a:lnTo>
                <a:lnTo>
                  <a:pt x="0" y="640080"/>
                </a:lnTo>
                <a:close/>
              </a:path>
            </a:pathLst>
          </a:custGeom>
          <a:solidFill>
            <a:srgbClr val="9B0000"/>
          </a:solidFill>
          <a:ln/>
        </p:spPr>
      </p:sp>
      <p:sp>
        <p:nvSpPr>
          <p:cNvPr id="4" name="Shape 2"/>
          <p:cNvSpPr/>
          <p:nvPr/>
        </p:nvSpPr>
        <p:spPr>
          <a:xfrm>
            <a:off x="384866" y="915314"/>
            <a:ext cx="8270819" cy="0"/>
          </a:xfrm>
          <a:custGeom>
            <a:avLst/>
            <a:gdLst/>
            <a:ahLst/>
            <a:cxnLst/>
            <a:rect l="l" t="t" r="r" b="b"/>
            <a:pathLst>
              <a:path w="8270819" h="0">
                <a:moveTo>
                  <a:pt x="0" y="0"/>
                </a:moveTo>
                <a:lnTo>
                  <a:pt x="8270819" y="0"/>
                </a:lnTo>
              </a:path>
            </a:pathLst>
          </a:custGeom>
          <a:noFill/>
          <a:ln w="18288">
            <a:solidFill>
              <a:srgbClr val="9B0000"/>
            </a:solidFill>
            <a:prstDash val="solid"/>
            <a:headEnd type="none"/>
            <a:tailEnd type="none"/>
          </a:ln>
        </p:spPr>
      </p:sp>
      <p:sp>
        <p:nvSpPr>
          <p:cNvPr id="5" name="Shape 3"/>
          <p:cNvSpPr/>
          <p:nvPr/>
        </p:nvSpPr>
        <p:spPr>
          <a:xfrm>
            <a:off x="491490" y="386337"/>
            <a:ext cx="427025" cy="427025"/>
          </a:xfrm>
          <a:custGeom>
            <a:avLst/>
            <a:gdLst/>
            <a:ahLst/>
            <a:cxnLst/>
            <a:rect l="l" t="t" r="r" b="b"/>
            <a:pathLst>
              <a:path w="427025" h="427025">
                <a:moveTo>
                  <a:pt x="0" y="0"/>
                </a:moveTo>
                <a:lnTo>
                  <a:pt x="170810" y="0"/>
                </a:lnTo>
                <a:lnTo>
                  <a:pt x="427025" y="213512"/>
                </a:lnTo>
                <a:lnTo>
                  <a:pt x="170810" y="427025"/>
                </a:lnTo>
                <a:lnTo>
                  <a:pt x="0" y="427025"/>
                </a:lnTo>
                <a:lnTo>
                  <a:pt x="256215" y="213512"/>
                </a:lnTo>
                <a:lnTo>
                  <a:pt x="0" y="0"/>
                </a:lnTo>
                <a:close/>
              </a:path>
            </a:pathLst>
          </a:custGeom>
          <a:solidFill>
            <a:srgbClr val="FFFFFF"/>
          </a:solidFill>
          <a:ln/>
        </p:spPr>
      </p:sp>
      <p:sp>
        <p:nvSpPr>
          <p:cNvPr id="6" name="Shape 4"/>
          <p:cNvSpPr/>
          <p:nvPr/>
        </p:nvSpPr>
        <p:spPr>
          <a:xfrm>
            <a:off x="1005840" y="1777775"/>
            <a:ext cx="548640" cy="548640"/>
          </a:xfrm>
          <a:custGeom>
            <a:avLst/>
            <a:gdLst/>
            <a:ahLst/>
            <a:cxnLst/>
            <a:rect l="l" t="t" r="r" b="b"/>
            <a:pathLst>
              <a:path w="548640" h="548640">
                <a:moveTo>
                  <a:pt x="0" y="0"/>
                </a:moveTo>
                <a:lnTo>
                  <a:pt x="548640" y="0"/>
                </a:lnTo>
                <a:lnTo>
                  <a:pt x="548640" y="548640"/>
                </a:lnTo>
                <a:lnTo>
                  <a:pt x="0" y="548640"/>
                </a:lnTo>
                <a:close/>
              </a:path>
            </a:pathLst>
          </a:custGeom>
          <a:solidFill>
            <a:srgbClr val="9B0000"/>
          </a:solidFill>
          <a:ln/>
        </p:spPr>
      </p:sp>
      <p:sp>
        <p:nvSpPr>
          <p:cNvPr id="7" name="Text 5"/>
          <p:cNvSpPr/>
          <p:nvPr/>
        </p:nvSpPr>
        <p:spPr>
          <a:xfrm>
            <a:off x="1005840" y="1777775"/>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01</a:t>
            </a:r>
            <a:endParaRPr lang="en-US" sz="1152" dirty="0"/>
          </a:p>
        </p:txBody>
      </p:sp>
      <p:sp>
        <p:nvSpPr>
          <p:cNvPr id="8" name="Text 6"/>
          <p:cNvSpPr/>
          <p:nvPr/>
        </p:nvSpPr>
        <p:spPr>
          <a:xfrm>
            <a:off x="182880" y="2373846"/>
            <a:ext cx="219456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9" name="Text 7"/>
          <p:cNvSpPr/>
          <p:nvPr/>
        </p:nvSpPr>
        <p:spPr>
          <a:xfrm>
            <a:off x="182880" y="2831046"/>
            <a:ext cx="21945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a:t>
            </a:r>
            <a:endParaRPr lang="en-US" sz="1152" dirty="0"/>
          </a:p>
        </p:txBody>
      </p:sp>
      <p:sp>
        <p:nvSpPr>
          <p:cNvPr id="10" name="Shape 8"/>
          <p:cNvSpPr/>
          <p:nvPr/>
        </p:nvSpPr>
        <p:spPr>
          <a:xfrm>
            <a:off x="3200400" y="1777775"/>
            <a:ext cx="548640" cy="548640"/>
          </a:xfrm>
          <a:custGeom>
            <a:avLst/>
            <a:gdLst/>
            <a:ahLst/>
            <a:cxnLst/>
            <a:rect l="l" t="t" r="r" b="b"/>
            <a:pathLst>
              <a:path w="548640" h="548640">
                <a:moveTo>
                  <a:pt x="0" y="0"/>
                </a:moveTo>
                <a:lnTo>
                  <a:pt x="548640" y="0"/>
                </a:lnTo>
                <a:lnTo>
                  <a:pt x="548640" y="548640"/>
                </a:lnTo>
                <a:lnTo>
                  <a:pt x="0" y="548640"/>
                </a:lnTo>
                <a:close/>
              </a:path>
            </a:pathLst>
          </a:custGeom>
          <a:solidFill>
            <a:srgbClr val="9B0000"/>
          </a:solidFill>
          <a:ln/>
        </p:spPr>
      </p:sp>
      <p:sp>
        <p:nvSpPr>
          <p:cNvPr id="11" name="Text 9"/>
          <p:cNvSpPr/>
          <p:nvPr/>
        </p:nvSpPr>
        <p:spPr>
          <a:xfrm>
            <a:off x="3200400" y="1777775"/>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02</a:t>
            </a:r>
            <a:endParaRPr lang="en-US" sz="1152" dirty="0"/>
          </a:p>
        </p:txBody>
      </p:sp>
      <p:sp>
        <p:nvSpPr>
          <p:cNvPr id="12" name="Text 10"/>
          <p:cNvSpPr/>
          <p:nvPr/>
        </p:nvSpPr>
        <p:spPr>
          <a:xfrm>
            <a:off x="2377440" y="2373846"/>
            <a:ext cx="219456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3" name="Text 11"/>
          <p:cNvSpPr/>
          <p:nvPr/>
        </p:nvSpPr>
        <p:spPr>
          <a:xfrm>
            <a:off x="2377440" y="2831046"/>
            <a:ext cx="21945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a:t>
            </a:r>
            <a:endParaRPr lang="en-US" sz="1152" dirty="0"/>
          </a:p>
        </p:txBody>
      </p:sp>
      <p:sp>
        <p:nvSpPr>
          <p:cNvPr id="14" name="Shape 12"/>
          <p:cNvSpPr/>
          <p:nvPr/>
        </p:nvSpPr>
        <p:spPr>
          <a:xfrm>
            <a:off x="5394960" y="1777775"/>
            <a:ext cx="548640" cy="548640"/>
          </a:xfrm>
          <a:custGeom>
            <a:avLst/>
            <a:gdLst/>
            <a:ahLst/>
            <a:cxnLst/>
            <a:rect l="l" t="t" r="r" b="b"/>
            <a:pathLst>
              <a:path w="548640" h="548640">
                <a:moveTo>
                  <a:pt x="0" y="0"/>
                </a:moveTo>
                <a:lnTo>
                  <a:pt x="548640" y="0"/>
                </a:lnTo>
                <a:lnTo>
                  <a:pt x="548640" y="548640"/>
                </a:lnTo>
                <a:lnTo>
                  <a:pt x="0" y="548640"/>
                </a:lnTo>
                <a:close/>
              </a:path>
            </a:pathLst>
          </a:custGeom>
          <a:solidFill>
            <a:srgbClr val="9B0000"/>
          </a:solidFill>
          <a:ln/>
        </p:spPr>
      </p:sp>
      <p:sp>
        <p:nvSpPr>
          <p:cNvPr id="15" name="Text 13"/>
          <p:cNvSpPr/>
          <p:nvPr/>
        </p:nvSpPr>
        <p:spPr>
          <a:xfrm>
            <a:off x="5394960" y="1777775"/>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03</a:t>
            </a:r>
            <a:endParaRPr lang="en-US" sz="1152" dirty="0"/>
          </a:p>
        </p:txBody>
      </p:sp>
      <p:sp>
        <p:nvSpPr>
          <p:cNvPr id="16" name="Text 14"/>
          <p:cNvSpPr/>
          <p:nvPr/>
        </p:nvSpPr>
        <p:spPr>
          <a:xfrm>
            <a:off x="4572000" y="2373846"/>
            <a:ext cx="219456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7" name="Text 15"/>
          <p:cNvSpPr/>
          <p:nvPr/>
        </p:nvSpPr>
        <p:spPr>
          <a:xfrm>
            <a:off x="4572000" y="2831046"/>
            <a:ext cx="21945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a:t>
            </a:r>
            <a:endParaRPr lang="en-US" sz="1152" dirty="0"/>
          </a:p>
        </p:txBody>
      </p:sp>
      <p:sp>
        <p:nvSpPr>
          <p:cNvPr id="18" name="Shape 16"/>
          <p:cNvSpPr/>
          <p:nvPr/>
        </p:nvSpPr>
        <p:spPr>
          <a:xfrm>
            <a:off x="7589520" y="1777775"/>
            <a:ext cx="548640" cy="548640"/>
          </a:xfrm>
          <a:custGeom>
            <a:avLst/>
            <a:gdLst/>
            <a:ahLst/>
            <a:cxnLst/>
            <a:rect l="l" t="t" r="r" b="b"/>
            <a:pathLst>
              <a:path w="548640" h="548640">
                <a:moveTo>
                  <a:pt x="0" y="0"/>
                </a:moveTo>
                <a:lnTo>
                  <a:pt x="548640" y="0"/>
                </a:lnTo>
                <a:lnTo>
                  <a:pt x="548640" y="548640"/>
                </a:lnTo>
                <a:lnTo>
                  <a:pt x="0" y="548640"/>
                </a:lnTo>
                <a:close/>
              </a:path>
            </a:pathLst>
          </a:custGeom>
          <a:solidFill>
            <a:srgbClr val="9B0000"/>
          </a:solidFill>
          <a:ln/>
        </p:spPr>
      </p:sp>
      <p:sp>
        <p:nvSpPr>
          <p:cNvPr id="19" name="Text 17"/>
          <p:cNvSpPr/>
          <p:nvPr/>
        </p:nvSpPr>
        <p:spPr>
          <a:xfrm>
            <a:off x="7589520" y="1777775"/>
            <a:ext cx="548640" cy="548640"/>
          </a:xfrm>
          <a:prstGeom prst="rect">
            <a:avLst/>
          </a:prstGeom>
          <a:solidFill>
            <a:srgbClr val="FFFFFF">
              <a:alpha val="0"/>
            </a:srgbClr>
          </a:solidFill>
          <a:ln/>
        </p:spPr>
        <p:txBody>
          <a:bodyPr wrap="square" lIns="0" tIns="0" rIns="0" bIns="0" rtlCol="0" anchor="ctr"/>
          <a:lstStyle/>
          <a:p>
            <a:pPr algn="ctr" indent="0" marL="0">
              <a:buNone/>
            </a:pPr>
            <a:r>
              <a:rPr lang="en-US" sz="1728" b="1" dirty="0">
                <a:solidFill>
                  <a:srgbClr val="FFFFFF"/>
                </a:solidFill>
                <a:latin typeface="微软雅黑" pitchFamily="34" charset="0"/>
                <a:ea typeface="微软雅黑" pitchFamily="34" charset="-122"/>
                <a:cs typeface="微软雅黑" pitchFamily="34" charset="-120"/>
              </a:rPr>
              <a:t>04</a:t>
            </a:r>
            <a:endParaRPr lang="en-US" sz="1152" dirty="0"/>
          </a:p>
        </p:txBody>
      </p:sp>
      <p:sp>
        <p:nvSpPr>
          <p:cNvPr id="20" name="Text 18"/>
          <p:cNvSpPr/>
          <p:nvPr/>
        </p:nvSpPr>
        <p:spPr>
          <a:xfrm>
            <a:off x="6766560" y="2373846"/>
            <a:ext cx="219456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21" name="Text 19"/>
          <p:cNvSpPr/>
          <p:nvPr/>
        </p:nvSpPr>
        <p:spPr>
          <a:xfrm>
            <a:off x="6766560" y="2831046"/>
            <a:ext cx="21945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a:t>
            </a:r>
            <a:endParaRPr lang="en-US" sz="1152"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29843" b="17801"/>
          <a:stretch/>
        </p:blipFill>
        <p:spPr>
          <a:xfrm>
            <a:off x="0" y="1020249"/>
            <a:ext cx="9144000" cy="3146979"/>
          </a:xfrm>
          <a:prstGeom prst="rect">
            <a:avLst/>
          </a:prstGeom>
        </p:spPr>
      </p:pic>
      <p:sp>
        <p:nvSpPr>
          <p:cNvPr id="3" name="Shape 0"/>
          <p:cNvSpPr/>
          <p:nvPr/>
        </p:nvSpPr>
        <p:spPr>
          <a:xfrm>
            <a:off x="0" y="1020249"/>
            <a:ext cx="9144000" cy="3145757"/>
          </a:xfrm>
          <a:custGeom>
            <a:avLst/>
            <a:gdLst/>
            <a:ahLst/>
            <a:cxnLst/>
            <a:rect l="l" t="t" r="r" b="b"/>
            <a:pathLst>
              <a:path w="9144000" h="3145757">
                <a:moveTo>
                  <a:pt x="0" y="0"/>
                </a:moveTo>
                <a:lnTo>
                  <a:pt x="9144000" y="0"/>
                </a:lnTo>
                <a:lnTo>
                  <a:pt x="9144000" y="3145757"/>
                </a:lnTo>
                <a:lnTo>
                  <a:pt x="0" y="3145757"/>
                </a:lnTo>
                <a:close/>
              </a:path>
            </a:pathLst>
          </a:custGeom>
          <a:solidFill>
            <a:srgbClr val="9B0000">
              <a:alpha val="80000"/>
            </a:srgbClr>
          </a:solidFill>
          <a:ln/>
        </p:spPr>
      </p:sp>
      <p:sp>
        <p:nvSpPr>
          <p:cNvPr id="4" name="Text 1"/>
          <p:cNvSpPr/>
          <p:nvPr/>
        </p:nvSpPr>
        <p:spPr>
          <a:xfrm>
            <a:off x="132456" y="280960"/>
            <a:ext cx="8879089" cy="512064"/>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2592" dirty="0">
                <a:solidFill>
                  <a:srgbClr val="333333"/>
                </a:solidFill>
                <a:latin typeface="微软雅黑" pitchFamily="34" charset="0"/>
                <a:ea typeface="微软雅黑" pitchFamily="34" charset="-122"/>
                <a:cs typeface="微软雅黑" pitchFamily="34" charset="-120"/>
              </a:rPr>
              <a:t>模板内容页标题</a:t>
            </a:r>
            <a:endParaRPr lang="en-US" sz="1152" dirty="0"/>
          </a:p>
        </p:txBody>
      </p:sp>
      <p:sp>
        <p:nvSpPr>
          <p:cNvPr id="5" name="Shape 2"/>
          <p:cNvSpPr/>
          <p:nvPr/>
        </p:nvSpPr>
        <p:spPr>
          <a:xfrm>
            <a:off x="230498" y="876688"/>
            <a:ext cx="8657242" cy="0"/>
          </a:xfrm>
          <a:custGeom>
            <a:avLst/>
            <a:gdLst/>
            <a:ahLst/>
            <a:cxnLst/>
            <a:rect l="l" t="t" r="r" b="b"/>
            <a:pathLst>
              <a:path w="8657242" h="0">
                <a:moveTo>
                  <a:pt x="0" y="0"/>
                </a:moveTo>
                <a:lnTo>
                  <a:pt x="8657242" y="0"/>
                </a:lnTo>
              </a:path>
            </a:pathLst>
          </a:custGeom>
          <a:noFill/>
          <a:ln w="18288">
            <a:solidFill>
              <a:srgbClr val="9B0000"/>
            </a:solidFill>
            <a:prstDash val="solid"/>
            <a:headEnd type="none"/>
            <a:tailEnd type="none"/>
          </a:ln>
        </p:spPr>
      </p:sp>
      <p:sp>
        <p:nvSpPr>
          <p:cNvPr id="6" name="Text 3"/>
          <p:cNvSpPr/>
          <p:nvPr/>
        </p:nvSpPr>
        <p:spPr>
          <a:xfrm>
            <a:off x="1038552" y="1804210"/>
            <a:ext cx="3291840" cy="51206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728" b="1" dirty="0">
                <a:solidFill>
                  <a:srgbClr val="FFFFFF"/>
                </a:solidFill>
                <a:latin typeface="微软雅黑" pitchFamily="34" charset="0"/>
                <a:ea typeface="微软雅黑" pitchFamily="34" charset="-122"/>
                <a:cs typeface="微软雅黑" pitchFamily="34" charset="-120"/>
              </a:rPr>
              <a:t>内容项标题</a:t>
            </a:r>
            <a:endParaRPr lang="en-US" sz="1152" dirty="0"/>
          </a:p>
        </p:txBody>
      </p:sp>
      <p:sp>
        <p:nvSpPr>
          <p:cNvPr id="7" name="Text 4"/>
          <p:cNvSpPr/>
          <p:nvPr/>
        </p:nvSpPr>
        <p:spPr>
          <a:xfrm>
            <a:off x="1358592" y="2316642"/>
            <a:ext cx="26517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内容项正文内容项正文内容项正文内容项正文内容项正文内容项正文内容项正文内容项正文内容项正文内容项正文内容项正文内容项正文内容项正文内容项正文</a:t>
            </a:r>
            <a:endParaRPr lang="en-US" sz="1152" dirty="0"/>
          </a:p>
        </p:txBody>
      </p:sp>
      <p:sp>
        <p:nvSpPr>
          <p:cNvPr id="8" name="Text 5"/>
          <p:cNvSpPr/>
          <p:nvPr/>
        </p:nvSpPr>
        <p:spPr>
          <a:xfrm>
            <a:off x="4813608" y="1804210"/>
            <a:ext cx="3291840" cy="51206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728" b="1" dirty="0">
                <a:solidFill>
                  <a:srgbClr val="FFFFFF"/>
                </a:solidFill>
                <a:latin typeface="微软雅黑" pitchFamily="34" charset="0"/>
                <a:ea typeface="微软雅黑" pitchFamily="34" charset="-122"/>
                <a:cs typeface="微软雅黑" pitchFamily="34" charset="-120"/>
              </a:rPr>
              <a:t>内容项标题</a:t>
            </a:r>
            <a:endParaRPr lang="en-US" sz="1152" dirty="0"/>
          </a:p>
        </p:txBody>
      </p:sp>
      <p:sp>
        <p:nvSpPr>
          <p:cNvPr id="9" name="Text 6"/>
          <p:cNvSpPr/>
          <p:nvPr/>
        </p:nvSpPr>
        <p:spPr>
          <a:xfrm>
            <a:off x="5133648" y="2316642"/>
            <a:ext cx="26517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内容项正文内容项正文内容项正文内容项正文内容项正文内容项正文内容项正文内容项正文内容项正文内容项正文内容项正文内容项正文内容项正文内容项正文</a:t>
            </a:r>
            <a:endParaRPr lang="en-US" sz="1152" dirty="0"/>
          </a:p>
        </p:txBody>
      </p:sp>
      <p:sp>
        <p:nvSpPr>
          <p:cNvPr id="10" name="Shape 7"/>
          <p:cNvSpPr/>
          <p:nvPr/>
        </p:nvSpPr>
        <p:spPr>
          <a:xfrm>
            <a:off x="8234419" y="4350315"/>
            <a:ext cx="182880" cy="182880"/>
          </a:xfrm>
          <a:custGeom>
            <a:avLst/>
            <a:gdLst/>
            <a:ahLst/>
            <a:cxnLst/>
            <a:rect l="l" t="t" r="r" b="b"/>
            <a:pathLst>
              <a:path w="182880" h="182880">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B0000"/>
          </a:solidFill>
          <a:ln/>
        </p:spPr>
      </p:sp>
      <p:sp>
        <p:nvSpPr>
          <p:cNvPr id="11" name="Shape 8"/>
          <p:cNvSpPr/>
          <p:nvPr/>
        </p:nvSpPr>
        <p:spPr>
          <a:xfrm>
            <a:off x="8502122" y="4350315"/>
            <a:ext cx="182880" cy="182880"/>
          </a:xfrm>
          <a:custGeom>
            <a:avLst/>
            <a:gdLst/>
            <a:ahLst/>
            <a:cxnLst/>
            <a:rect l="l" t="t" r="r" b="b"/>
            <a:pathLst>
              <a:path w="182880" h="182880">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B0000"/>
          </a:solidFill>
          <a:ln/>
        </p:spPr>
      </p:sp>
      <p:sp>
        <p:nvSpPr>
          <p:cNvPr id="12" name="Shape 9"/>
          <p:cNvSpPr/>
          <p:nvPr/>
        </p:nvSpPr>
        <p:spPr>
          <a:xfrm>
            <a:off x="8769825" y="4350315"/>
            <a:ext cx="182880" cy="182880"/>
          </a:xfrm>
          <a:custGeom>
            <a:avLst/>
            <a:gdLst/>
            <a:ahLst/>
            <a:cxnLst/>
            <a:rect l="l" t="t" r="r" b="b"/>
            <a:pathLst>
              <a:path w="182880" h="182880">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B0000"/>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29843" b="17801"/>
          <a:stretch/>
        </p:blipFill>
        <p:spPr>
          <a:xfrm>
            <a:off x="0" y="1020249"/>
            <a:ext cx="9144000" cy="3146979"/>
          </a:xfrm>
          <a:prstGeom prst="rect">
            <a:avLst/>
          </a:prstGeom>
        </p:spPr>
      </p:pic>
      <p:sp>
        <p:nvSpPr>
          <p:cNvPr id="3" name="Shape 0"/>
          <p:cNvSpPr/>
          <p:nvPr/>
        </p:nvSpPr>
        <p:spPr>
          <a:xfrm>
            <a:off x="0" y="1020249"/>
            <a:ext cx="9144000" cy="3145757"/>
          </a:xfrm>
          <a:custGeom>
            <a:avLst/>
            <a:gdLst/>
            <a:ahLst/>
            <a:cxnLst/>
            <a:rect l="l" t="t" r="r" b="b"/>
            <a:pathLst>
              <a:path w="9144000" h="3145757">
                <a:moveTo>
                  <a:pt x="0" y="0"/>
                </a:moveTo>
                <a:lnTo>
                  <a:pt x="9144000" y="0"/>
                </a:lnTo>
                <a:lnTo>
                  <a:pt x="9144000" y="3145757"/>
                </a:lnTo>
                <a:lnTo>
                  <a:pt x="0" y="3145757"/>
                </a:lnTo>
                <a:close/>
              </a:path>
            </a:pathLst>
          </a:custGeom>
          <a:solidFill>
            <a:srgbClr val="9B0000">
              <a:alpha val="80000"/>
            </a:srgbClr>
          </a:solidFill>
          <a:ln/>
        </p:spPr>
      </p:sp>
      <p:sp>
        <p:nvSpPr>
          <p:cNvPr id="4" name="Text 1"/>
          <p:cNvSpPr/>
          <p:nvPr/>
        </p:nvSpPr>
        <p:spPr>
          <a:xfrm>
            <a:off x="132456" y="280960"/>
            <a:ext cx="8879089" cy="512064"/>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2592" dirty="0">
                <a:solidFill>
                  <a:srgbClr val="333333"/>
                </a:solidFill>
                <a:latin typeface="微软雅黑" pitchFamily="34" charset="0"/>
                <a:ea typeface="微软雅黑" pitchFamily="34" charset="-122"/>
                <a:cs typeface="微软雅黑" pitchFamily="34" charset="-120"/>
              </a:rPr>
              <a:t>模板内容页标题</a:t>
            </a:r>
            <a:endParaRPr lang="en-US" sz="1152" dirty="0"/>
          </a:p>
        </p:txBody>
      </p:sp>
      <p:sp>
        <p:nvSpPr>
          <p:cNvPr id="5" name="Shape 2"/>
          <p:cNvSpPr/>
          <p:nvPr/>
        </p:nvSpPr>
        <p:spPr>
          <a:xfrm>
            <a:off x="230498" y="876688"/>
            <a:ext cx="8657242" cy="0"/>
          </a:xfrm>
          <a:custGeom>
            <a:avLst/>
            <a:gdLst/>
            <a:ahLst/>
            <a:cxnLst/>
            <a:rect l="l" t="t" r="r" b="b"/>
            <a:pathLst>
              <a:path w="8657242" h="0">
                <a:moveTo>
                  <a:pt x="0" y="0"/>
                </a:moveTo>
                <a:lnTo>
                  <a:pt x="8657242" y="0"/>
                </a:lnTo>
              </a:path>
            </a:pathLst>
          </a:custGeom>
          <a:noFill/>
          <a:ln w="18288">
            <a:solidFill>
              <a:srgbClr val="9B0000"/>
            </a:solidFill>
            <a:prstDash val="solid"/>
            <a:headEnd type="none"/>
            <a:tailEnd type="none"/>
          </a:ln>
        </p:spPr>
      </p:sp>
      <p:sp>
        <p:nvSpPr>
          <p:cNvPr id="6" name="Text 3"/>
          <p:cNvSpPr/>
          <p:nvPr/>
        </p:nvSpPr>
        <p:spPr>
          <a:xfrm>
            <a:off x="185454" y="1804210"/>
            <a:ext cx="292608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FFFFFF"/>
                </a:solidFill>
                <a:latin typeface="微软雅黑" pitchFamily="34" charset="0"/>
                <a:ea typeface="微软雅黑" pitchFamily="34" charset="-122"/>
                <a:cs typeface="微软雅黑" pitchFamily="34" charset="-120"/>
              </a:rPr>
              <a:t>内容项标题</a:t>
            </a:r>
            <a:endParaRPr lang="en-US" sz="1152" dirty="0"/>
          </a:p>
        </p:txBody>
      </p:sp>
      <p:sp>
        <p:nvSpPr>
          <p:cNvPr id="7" name="Text 4"/>
          <p:cNvSpPr/>
          <p:nvPr/>
        </p:nvSpPr>
        <p:spPr>
          <a:xfrm>
            <a:off x="322614" y="2316642"/>
            <a:ext cx="26517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内容项正文内容项正文内容项正文内容项正文内容项正文内容项正文内容项正文内容项正文内容项正文内容项正文内容项正文内容项正文内容项正文内容项正文</a:t>
            </a:r>
            <a:endParaRPr lang="en-US" sz="1152" dirty="0"/>
          </a:p>
        </p:txBody>
      </p:sp>
      <p:sp>
        <p:nvSpPr>
          <p:cNvPr id="8" name="Shape 5"/>
          <p:cNvSpPr/>
          <p:nvPr/>
        </p:nvSpPr>
        <p:spPr>
          <a:xfrm>
            <a:off x="8234419" y="4350315"/>
            <a:ext cx="182880" cy="182880"/>
          </a:xfrm>
          <a:custGeom>
            <a:avLst/>
            <a:gdLst/>
            <a:ahLst/>
            <a:cxnLst/>
            <a:rect l="l" t="t" r="r" b="b"/>
            <a:pathLst>
              <a:path w="182880" h="182880">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B0000"/>
          </a:solidFill>
          <a:ln/>
        </p:spPr>
      </p:sp>
      <p:sp>
        <p:nvSpPr>
          <p:cNvPr id="9" name="Shape 6"/>
          <p:cNvSpPr/>
          <p:nvPr/>
        </p:nvSpPr>
        <p:spPr>
          <a:xfrm>
            <a:off x="8502122" y="4350315"/>
            <a:ext cx="182880" cy="182880"/>
          </a:xfrm>
          <a:custGeom>
            <a:avLst/>
            <a:gdLst/>
            <a:ahLst/>
            <a:cxnLst/>
            <a:rect l="l" t="t" r="r" b="b"/>
            <a:pathLst>
              <a:path w="182880" h="182880">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B0000"/>
          </a:solidFill>
          <a:ln/>
        </p:spPr>
      </p:sp>
      <p:sp>
        <p:nvSpPr>
          <p:cNvPr id="10" name="Shape 7"/>
          <p:cNvSpPr/>
          <p:nvPr/>
        </p:nvSpPr>
        <p:spPr>
          <a:xfrm>
            <a:off x="8769825" y="4350315"/>
            <a:ext cx="182880" cy="182880"/>
          </a:xfrm>
          <a:custGeom>
            <a:avLst/>
            <a:gdLst/>
            <a:ahLst/>
            <a:cxnLst/>
            <a:rect l="l" t="t" r="r" b="b"/>
            <a:pathLst>
              <a:path w="182880" h="182880">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B0000"/>
          </a:solidFill>
          <a:ln/>
        </p:spPr>
      </p:sp>
      <p:sp>
        <p:nvSpPr>
          <p:cNvPr id="11" name="Text 8"/>
          <p:cNvSpPr/>
          <p:nvPr/>
        </p:nvSpPr>
        <p:spPr>
          <a:xfrm>
            <a:off x="3108960" y="1804210"/>
            <a:ext cx="292608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FFFFFF"/>
                </a:solidFill>
                <a:latin typeface="微软雅黑" pitchFamily="34" charset="0"/>
                <a:ea typeface="微软雅黑" pitchFamily="34" charset="-122"/>
                <a:cs typeface="微软雅黑" pitchFamily="34" charset="-120"/>
              </a:rPr>
              <a:t>内容项标题</a:t>
            </a:r>
            <a:endParaRPr lang="en-US" sz="1152" dirty="0"/>
          </a:p>
        </p:txBody>
      </p:sp>
      <p:sp>
        <p:nvSpPr>
          <p:cNvPr id="12" name="Text 9"/>
          <p:cNvSpPr/>
          <p:nvPr/>
        </p:nvSpPr>
        <p:spPr>
          <a:xfrm>
            <a:off x="3246120" y="2316642"/>
            <a:ext cx="26517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内容项正文内容项正文内容项正文内容项正文内容项正文内容项正文内容项正文内容项正文内容项正文内容项正文内容项正文内容项正文内容项正文内容项正文</a:t>
            </a:r>
            <a:endParaRPr lang="en-US" sz="1152" dirty="0"/>
          </a:p>
        </p:txBody>
      </p:sp>
      <p:sp>
        <p:nvSpPr>
          <p:cNvPr id="13" name="Text 10"/>
          <p:cNvSpPr/>
          <p:nvPr/>
        </p:nvSpPr>
        <p:spPr>
          <a:xfrm>
            <a:off x="6032466" y="1804210"/>
            <a:ext cx="292608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FFFFFF"/>
                </a:solidFill>
                <a:latin typeface="微软雅黑" pitchFamily="34" charset="0"/>
                <a:ea typeface="微软雅黑" pitchFamily="34" charset="-122"/>
                <a:cs typeface="微软雅黑" pitchFamily="34" charset="-120"/>
              </a:rPr>
              <a:t>内容项标题</a:t>
            </a:r>
            <a:endParaRPr lang="en-US" sz="1152" dirty="0"/>
          </a:p>
        </p:txBody>
      </p:sp>
      <p:sp>
        <p:nvSpPr>
          <p:cNvPr id="14" name="Text 11"/>
          <p:cNvSpPr/>
          <p:nvPr/>
        </p:nvSpPr>
        <p:spPr>
          <a:xfrm>
            <a:off x="6169626" y="2316642"/>
            <a:ext cx="26517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内容项正文内容项正文内容项正文内容项正文内容项正文内容项正文内容项正文内容项正文内容项正文内容项正文内容项正文内容项正文内容项正文内容项正文</a:t>
            </a:r>
            <a:endParaRPr lang="en-US" sz="1152"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29843" b="17801"/>
          <a:stretch/>
        </p:blipFill>
        <p:spPr>
          <a:xfrm>
            <a:off x="0" y="1020249"/>
            <a:ext cx="9144000" cy="3146979"/>
          </a:xfrm>
          <a:prstGeom prst="rect">
            <a:avLst/>
          </a:prstGeom>
        </p:spPr>
      </p:pic>
      <p:sp>
        <p:nvSpPr>
          <p:cNvPr id="3" name="Shape 0"/>
          <p:cNvSpPr/>
          <p:nvPr/>
        </p:nvSpPr>
        <p:spPr>
          <a:xfrm>
            <a:off x="0" y="1020249"/>
            <a:ext cx="9144000" cy="3145757"/>
          </a:xfrm>
          <a:custGeom>
            <a:avLst/>
            <a:gdLst/>
            <a:ahLst/>
            <a:cxnLst/>
            <a:rect l="l" t="t" r="r" b="b"/>
            <a:pathLst>
              <a:path w="9144000" h="3145757">
                <a:moveTo>
                  <a:pt x="0" y="0"/>
                </a:moveTo>
                <a:lnTo>
                  <a:pt x="9144000" y="0"/>
                </a:lnTo>
                <a:lnTo>
                  <a:pt x="9144000" y="3145757"/>
                </a:lnTo>
                <a:lnTo>
                  <a:pt x="0" y="3145757"/>
                </a:lnTo>
                <a:close/>
              </a:path>
            </a:pathLst>
          </a:custGeom>
          <a:solidFill>
            <a:srgbClr val="9B0000">
              <a:alpha val="80000"/>
            </a:srgbClr>
          </a:solidFill>
          <a:ln/>
        </p:spPr>
      </p:sp>
      <p:sp>
        <p:nvSpPr>
          <p:cNvPr id="4" name="Text 1"/>
          <p:cNvSpPr/>
          <p:nvPr/>
        </p:nvSpPr>
        <p:spPr>
          <a:xfrm>
            <a:off x="132456" y="280960"/>
            <a:ext cx="8879089" cy="512064"/>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2592" dirty="0">
                <a:solidFill>
                  <a:srgbClr val="333333"/>
                </a:solidFill>
                <a:latin typeface="微软雅黑" pitchFamily="34" charset="0"/>
                <a:ea typeface="微软雅黑" pitchFamily="34" charset="-122"/>
                <a:cs typeface="微软雅黑" pitchFamily="34" charset="-120"/>
              </a:rPr>
              <a:t>模板内容页标题</a:t>
            </a:r>
            <a:endParaRPr lang="en-US" sz="1152" dirty="0"/>
          </a:p>
        </p:txBody>
      </p:sp>
      <p:sp>
        <p:nvSpPr>
          <p:cNvPr id="5" name="Shape 2"/>
          <p:cNvSpPr/>
          <p:nvPr/>
        </p:nvSpPr>
        <p:spPr>
          <a:xfrm>
            <a:off x="230498" y="876688"/>
            <a:ext cx="8657242" cy="0"/>
          </a:xfrm>
          <a:custGeom>
            <a:avLst/>
            <a:gdLst/>
            <a:ahLst/>
            <a:cxnLst/>
            <a:rect l="l" t="t" r="r" b="b"/>
            <a:pathLst>
              <a:path w="8657242" h="0">
                <a:moveTo>
                  <a:pt x="0" y="0"/>
                </a:moveTo>
                <a:lnTo>
                  <a:pt x="8657242" y="0"/>
                </a:lnTo>
              </a:path>
            </a:pathLst>
          </a:custGeom>
          <a:noFill/>
          <a:ln w="18288">
            <a:solidFill>
              <a:srgbClr val="9B0000"/>
            </a:solidFill>
            <a:prstDash val="solid"/>
            <a:headEnd type="none"/>
            <a:tailEnd type="none"/>
          </a:ln>
        </p:spPr>
      </p:sp>
      <p:sp>
        <p:nvSpPr>
          <p:cNvPr id="6" name="Text 3"/>
          <p:cNvSpPr/>
          <p:nvPr/>
        </p:nvSpPr>
        <p:spPr>
          <a:xfrm>
            <a:off x="132456" y="1797431"/>
            <a:ext cx="2194560" cy="429768"/>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296" b="1" dirty="0">
                <a:solidFill>
                  <a:srgbClr val="FFFFFF"/>
                </a:solidFill>
                <a:latin typeface="微软雅黑" pitchFamily="34" charset="0"/>
                <a:ea typeface="微软雅黑" pitchFamily="34" charset="-122"/>
                <a:cs typeface="微软雅黑" pitchFamily="34" charset="-120"/>
              </a:rPr>
              <a:t>内容项标题</a:t>
            </a:r>
            <a:endParaRPr lang="en-US" sz="1152" dirty="0"/>
          </a:p>
        </p:txBody>
      </p:sp>
      <p:sp>
        <p:nvSpPr>
          <p:cNvPr id="7" name="Text 4"/>
          <p:cNvSpPr/>
          <p:nvPr/>
        </p:nvSpPr>
        <p:spPr>
          <a:xfrm>
            <a:off x="132456" y="2227100"/>
            <a:ext cx="21945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sp>
        <p:nvSpPr>
          <p:cNvPr id="8" name="Shape 5"/>
          <p:cNvSpPr/>
          <p:nvPr/>
        </p:nvSpPr>
        <p:spPr>
          <a:xfrm>
            <a:off x="8234419" y="4350315"/>
            <a:ext cx="182880" cy="182880"/>
          </a:xfrm>
          <a:custGeom>
            <a:avLst/>
            <a:gdLst/>
            <a:ahLst/>
            <a:cxnLst/>
            <a:rect l="l" t="t" r="r" b="b"/>
            <a:pathLst>
              <a:path w="182880" h="182880">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B0000"/>
          </a:solidFill>
          <a:ln/>
        </p:spPr>
      </p:sp>
      <p:sp>
        <p:nvSpPr>
          <p:cNvPr id="9" name="Shape 6"/>
          <p:cNvSpPr/>
          <p:nvPr/>
        </p:nvSpPr>
        <p:spPr>
          <a:xfrm>
            <a:off x="8502122" y="4350315"/>
            <a:ext cx="182880" cy="182880"/>
          </a:xfrm>
          <a:custGeom>
            <a:avLst/>
            <a:gdLst/>
            <a:ahLst/>
            <a:cxnLst/>
            <a:rect l="l" t="t" r="r" b="b"/>
            <a:pathLst>
              <a:path w="182880" h="182880">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B0000"/>
          </a:solidFill>
          <a:ln/>
        </p:spPr>
      </p:sp>
      <p:sp>
        <p:nvSpPr>
          <p:cNvPr id="10" name="Shape 7"/>
          <p:cNvSpPr/>
          <p:nvPr/>
        </p:nvSpPr>
        <p:spPr>
          <a:xfrm>
            <a:off x="8769825" y="4350315"/>
            <a:ext cx="182880" cy="182880"/>
          </a:xfrm>
          <a:custGeom>
            <a:avLst/>
            <a:gdLst/>
            <a:ahLst/>
            <a:cxnLst/>
            <a:rect l="l" t="t" r="r" b="b"/>
            <a:pathLst>
              <a:path w="182880" h="182880">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B0000"/>
          </a:solidFill>
          <a:ln/>
        </p:spPr>
      </p:sp>
      <p:sp>
        <p:nvSpPr>
          <p:cNvPr id="11" name="Text 8"/>
          <p:cNvSpPr/>
          <p:nvPr/>
        </p:nvSpPr>
        <p:spPr>
          <a:xfrm>
            <a:off x="2360632" y="1797431"/>
            <a:ext cx="2194560" cy="429768"/>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296" b="1" dirty="0">
                <a:solidFill>
                  <a:srgbClr val="FFFFFF"/>
                </a:solidFill>
                <a:latin typeface="微软雅黑" pitchFamily="34" charset="0"/>
                <a:ea typeface="微软雅黑" pitchFamily="34" charset="-122"/>
                <a:cs typeface="微软雅黑" pitchFamily="34" charset="-120"/>
              </a:rPr>
              <a:t>内容项标题</a:t>
            </a:r>
            <a:endParaRPr lang="en-US" sz="1152" dirty="0"/>
          </a:p>
        </p:txBody>
      </p:sp>
      <p:sp>
        <p:nvSpPr>
          <p:cNvPr id="12" name="Text 9"/>
          <p:cNvSpPr/>
          <p:nvPr/>
        </p:nvSpPr>
        <p:spPr>
          <a:xfrm>
            <a:off x="2360632" y="2227100"/>
            <a:ext cx="21945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sp>
        <p:nvSpPr>
          <p:cNvPr id="13" name="Text 10"/>
          <p:cNvSpPr/>
          <p:nvPr/>
        </p:nvSpPr>
        <p:spPr>
          <a:xfrm>
            <a:off x="4588808" y="1797431"/>
            <a:ext cx="2194560" cy="429768"/>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296" b="1" dirty="0">
                <a:solidFill>
                  <a:srgbClr val="FFFFFF"/>
                </a:solidFill>
                <a:latin typeface="微软雅黑" pitchFamily="34" charset="0"/>
                <a:ea typeface="微软雅黑" pitchFamily="34" charset="-122"/>
                <a:cs typeface="微软雅黑" pitchFamily="34" charset="-120"/>
              </a:rPr>
              <a:t>内容项标题</a:t>
            </a:r>
            <a:endParaRPr lang="en-US" sz="1152" dirty="0"/>
          </a:p>
        </p:txBody>
      </p:sp>
      <p:sp>
        <p:nvSpPr>
          <p:cNvPr id="14" name="Text 11"/>
          <p:cNvSpPr/>
          <p:nvPr/>
        </p:nvSpPr>
        <p:spPr>
          <a:xfrm>
            <a:off x="4588808" y="2227100"/>
            <a:ext cx="21945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sp>
        <p:nvSpPr>
          <p:cNvPr id="15" name="Text 12"/>
          <p:cNvSpPr/>
          <p:nvPr/>
        </p:nvSpPr>
        <p:spPr>
          <a:xfrm>
            <a:off x="6816984" y="1797431"/>
            <a:ext cx="2194560" cy="429768"/>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296" b="1" dirty="0">
                <a:solidFill>
                  <a:srgbClr val="FFFFFF"/>
                </a:solidFill>
                <a:latin typeface="微软雅黑" pitchFamily="34" charset="0"/>
                <a:ea typeface="微软雅黑" pitchFamily="34" charset="-122"/>
                <a:cs typeface="微软雅黑" pitchFamily="34" charset="-120"/>
              </a:rPr>
              <a:t>内容项标题</a:t>
            </a:r>
            <a:endParaRPr lang="en-US" sz="1152" dirty="0"/>
          </a:p>
        </p:txBody>
      </p:sp>
      <p:sp>
        <p:nvSpPr>
          <p:cNvPr id="16" name="Text 13"/>
          <p:cNvSpPr/>
          <p:nvPr/>
        </p:nvSpPr>
        <p:spPr>
          <a:xfrm>
            <a:off x="6816984" y="2227100"/>
            <a:ext cx="2194560" cy="128016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FFFFFF"/>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93931" y="5056134"/>
            <a:ext cx="2352438" cy="0"/>
          </a:xfrm>
          <a:custGeom>
            <a:avLst/>
            <a:gdLst/>
            <a:ahLst/>
            <a:cxnLst/>
            <a:rect l="l" t="t" r="r" b="b"/>
            <a:pathLst>
              <a:path w="2352438" h="0">
                <a:moveTo>
                  <a:pt x="0" y="0"/>
                </a:moveTo>
                <a:lnTo>
                  <a:pt x="2352438" y="0"/>
                </a:lnTo>
              </a:path>
            </a:pathLst>
          </a:custGeom>
          <a:noFill/>
          <a:ln w="182880">
            <a:solidFill>
              <a:srgbClr val="9B0000"/>
            </a:solidFill>
            <a:prstDash val="sysDot"/>
            <a:headEnd type="none"/>
            <a:tailEnd type="none"/>
          </a:ln>
        </p:spPr>
      </p:sp>
      <p:sp>
        <p:nvSpPr>
          <p:cNvPr id="3" name="Shape 1"/>
          <p:cNvSpPr/>
          <p:nvPr/>
        </p:nvSpPr>
        <p:spPr>
          <a:xfrm>
            <a:off x="0" y="5057078"/>
            <a:ext cx="7131886" cy="0"/>
          </a:xfrm>
          <a:custGeom>
            <a:avLst/>
            <a:gdLst/>
            <a:ahLst/>
            <a:cxnLst/>
            <a:rect l="l" t="t" r="r" b="b"/>
            <a:pathLst>
              <a:path w="7131886" h="0">
                <a:moveTo>
                  <a:pt x="0" y="0"/>
                </a:moveTo>
                <a:lnTo>
                  <a:pt x="7131886" y="0"/>
                </a:lnTo>
              </a:path>
            </a:pathLst>
          </a:custGeom>
          <a:noFill/>
          <a:ln w="182880">
            <a:solidFill>
              <a:srgbClr val="9B0000"/>
            </a:solidFill>
            <a:prstDash val="solid"/>
            <a:headEnd type="none"/>
            <a:tailEnd type="none"/>
          </a:ln>
        </p:spPr>
      </p:sp>
      <p:sp>
        <p:nvSpPr>
          <p:cNvPr id="4" name="Shape 2"/>
          <p:cNvSpPr/>
          <p:nvPr/>
        </p:nvSpPr>
        <p:spPr>
          <a:xfrm>
            <a:off x="0" y="1321308"/>
            <a:ext cx="9144000" cy="2698394"/>
          </a:xfrm>
          <a:custGeom>
            <a:avLst/>
            <a:gdLst/>
            <a:ahLst/>
            <a:cxnLst/>
            <a:rect l="l" t="t" r="r" b="b"/>
            <a:pathLst>
              <a:path w="9144000" h="2698394">
                <a:moveTo>
                  <a:pt x="0" y="0"/>
                </a:moveTo>
                <a:lnTo>
                  <a:pt x="9144000" y="0"/>
                </a:lnTo>
                <a:lnTo>
                  <a:pt x="9144000" y="2698394"/>
                </a:lnTo>
                <a:lnTo>
                  <a:pt x="0" y="2698394"/>
                </a:lnTo>
                <a:close/>
              </a:path>
            </a:pathLst>
          </a:custGeom>
          <a:solidFill>
            <a:srgbClr val="9B0000"/>
          </a:solidFill>
          <a:ln/>
        </p:spPr>
      </p:sp>
      <p:sp>
        <p:nvSpPr>
          <p:cNvPr id="5" name="Shape 3"/>
          <p:cNvSpPr/>
          <p:nvPr/>
        </p:nvSpPr>
        <p:spPr>
          <a:xfrm>
            <a:off x="851867" y="1579028"/>
            <a:ext cx="3504929" cy="2182954"/>
          </a:xfrm>
          <a:custGeom>
            <a:avLst/>
            <a:gdLst/>
            <a:ahLst/>
            <a:cxnLst/>
            <a:rect l="l" t="t" r="r" b="b"/>
            <a:pathLst>
              <a:path w="3504929" h="2182954">
                <a:moveTo>
                  <a:pt x="272869" y="0"/>
                </a:moveTo>
                <a:lnTo>
                  <a:pt x="3504929" y="0"/>
                </a:lnTo>
                <a:lnTo>
                  <a:pt x="3504929" y="1910085"/>
                </a:lnTo>
                <a:quadBezTo>
                  <a:pt x="3504929" y="2182954"/>
                  <a:pt x="3232060" y="2182954"/>
                </a:quadBezTo>
                <a:lnTo>
                  <a:pt x="0" y="2182954"/>
                </a:lnTo>
                <a:lnTo>
                  <a:pt x="0" y="272869"/>
                </a:lnTo>
                <a:quadBezTo>
                  <a:pt x="0" y="0"/>
                  <a:pt x="272869" y="0"/>
                </a:quadBezTo>
                <a:close/>
              </a:path>
            </a:pathLst>
          </a:custGeom>
          <a:solidFill>
            <a:srgbClr val="FFFFFF"/>
          </a:solidFill>
          <a:ln/>
          <a:effectLst>
            <a:outerShdw sx="100000" sy="100000" kx="0" ky="0" algn="bl" rotWithShape="0" blurRad="18288" dist="12700" dir="2700000">
              <a:srgbClr val="#6c6b6b">
                <a:alpha val="75000"/>
              </a:srgbClr>
            </a:outerShdw>
          </a:effectLst>
        </p:spPr>
      </p:sp>
      <p:sp>
        <p:nvSpPr>
          <p:cNvPr id="6" name="Text 4"/>
          <p:cNvSpPr/>
          <p:nvPr/>
        </p:nvSpPr>
        <p:spPr>
          <a:xfrm>
            <a:off x="1232732" y="2267715"/>
            <a:ext cx="274320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7" name="Text 5"/>
          <p:cNvSpPr/>
          <p:nvPr/>
        </p:nvSpPr>
        <p:spPr>
          <a:xfrm>
            <a:off x="1232732" y="2646638"/>
            <a:ext cx="274320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pic>
        <p:nvPicPr>
          <p:cNvPr id="8" name="Image 0" descr="preencoded.png">    </p:cNvPr>
          <p:cNvPicPr>
            <a:picLocks noChangeAspect="1"/>
          </p:cNvPicPr>
          <p:nvPr/>
        </p:nvPicPr>
        <p:blipFill>
          <a:blip r:embed="rId1"/>
          <a:srcRect l="0" r="0" t="0" b="0"/>
          <a:stretch/>
        </p:blipFill>
        <p:spPr>
          <a:xfrm>
            <a:off x="2330012" y="1700787"/>
            <a:ext cx="548640" cy="548640"/>
          </a:xfrm>
          <a:prstGeom prst="ellipse">
            <a:avLst/>
          </a:prstGeom>
        </p:spPr>
      </p:pic>
      <p:sp>
        <p:nvSpPr>
          <p:cNvPr id="9" name="Shape 6"/>
          <p:cNvSpPr/>
          <p:nvPr/>
        </p:nvSpPr>
        <p:spPr>
          <a:xfrm>
            <a:off x="4787204" y="1524388"/>
            <a:ext cx="3504929" cy="2182954"/>
          </a:xfrm>
          <a:custGeom>
            <a:avLst/>
            <a:gdLst/>
            <a:ahLst/>
            <a:cxnLst/>
            <a:rect l="l" t="t" r="r" b="b"/>
            <a:pathLst>
              <a:path w="3504929" h="2182954">
                <a:moveTo>
                  <a:pt x="272869" y="0"/>
                </a:moveTo>
                <a:lnTo>
                  <a:pt x="3504929" y="0"/>
                </a:lnTo>
                <a:lnTo>
                  <a:pt x="3504929" y="1910085"/>
                </a:lnTo>
                <a:quadBezTo>
                  <a:pt x="3504929" y="2182954"/>
                  <a:pt x="3232060" y="2182954"/>
                </a:quadBezTo>
                <a:lnTo>
                  <a:pt x="0" y="2182954"/>
                </a:lnTo>
                <a:lnTo>
                  <a:pt x="0" y="272869"/>
                </a:lnTo>
                <a:quadBezTo>
                  <a:pt x="0" y="0"/>
                  <a:pt x="272869" y="0"/>
                </a:quadBezTo>
                <a:close/>
              </a:path>
            </a:pathLst>
          </a:custGeom>
          <a:solidFill>
            <a:srgbClr val="FFFFFF"/>
          </a:solidFill>
          <a:ln/>
          <a:effectLst>
            <a:outerShdw sx="100000" sy="100000" kx="0" ky="0" algn="bl" rotWithShape="0" blurRad="18288" dist="12700" dir="2700000">
              <a:srgbClr val="#6c6b6b">
                <a:alpha val="75000"/>
              </a:srgbClr>
            </a:outerShdw>
          </a:effectLst>
        </p:spPr>
      </p:sp>
      <p:sp>
        <p:nvSpPr>
          <p:cNvPr id="10" name="Text 7"/>
          <p:cNvSpPr/>
          <p:nvPr/>
        </p:nvSpPr>
        <p:spPr>
          <a:xfrm>
            <a:off x="5168068" y="2213074"/>
            <a:ext cx="274320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1" name="Text 8"/>
          <p:cNvSpPr/>
          <p:nvPr/>
        </p:nvSpPr>
        <p:spPr>
          <a:xfrm>
            <a:off x="5168068" y="2591997"/>
            <a:ext cx="274320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pic>
        <p:nvPicPr>
          <p:cNvPr id="12" name="Image 1" descr="preencoded.png">    </p:cNvPr>
          <p:cNvPicPr>
            <a:picLocks noChangeAspect="1"/>
          </p:cNvPicPr>
          <p:nvPr/>
        </p:nvPicPr>
        <p:blipFill>
          <a:blip r:embed="rId2"/>
          <a:srcRect l="0" r="0" t="0" b="0"/>
          <a:stretch/>
        </p:blipFill>
        <p:spPr>
          <a:xfrm>
            <a:off x="6265348" y="1646146"/>
            <a:ext cx="548640" cy="548640"/>
          </a:xfrm>
          <a:prstGeom prst="ellipse">
            <a:avLst/>
          </a:prstGeom>
        </p:spPr>
      </p:pic>
      <p:sp>
        <p:nvSpPr>
          <p:cNvPr id="13" name="Text 9"/>
          <p:cNvSpPr/>
          <p:nvPr/>
        </p:nvSpPr>
        <p:spPr>
          <a:xfrm>
            <a:off x="606117" y="477561"/>
            <a:ext cx="8405427" cy="512064"/>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2592" dirty="0">
                <a:solidFill>
                  <a:srgbClr val="333333"/>
                </a:solidFill>
                <a:latin typeface="微软雅黑" pitchFamily="34" charset="0"/>
                <a:ea typeface="微软雅黑" pitchFamily="34" charset="-122"/>
                <a:cs typeface="微软雅黑" pitchFamily="34" charset="-120"/>
              </a:rPr>
              <a:t>模板内容页标题</a:t>
            </a:r>
            <a:endParaRPr lang="en-US" sz="1152" dirty="0"/>
          </a:p>
        </p:txBody>
      </p:sp>
      <p:sp>
        <p:nvSpPr>
          <p:cNvPr id="14" name="Shape 10"/>
          <p:cNvSpPr/>
          <p:nvPr/>
        </p:nvSpPr>
        <p:spPr>
          <a:xfrm>
            <a:off x="171907" y="550469"/>
            <a:ext cx="365760" cy="365760"/>
          </a:xfrm>
          <a:custGeom>
            <a:avLst/>
            <a:gdLst/>
            <a:ahLst/>
            <a:cxnLst/>
            <a:rect l="l" t="t" r="r" b="b"/>
            <a:pathLst>
              <a:path w="365760" h="365760">
                <a:moveTo>
                  <a:pt x="0" y="0"/>
                </a:moveTo>
                <a:lnTo>
                  <a:pt x="146304" y="0"/>
                </a:lnTo>
                <a:lnTo>
                  <a:pt x="365760" y="182880"/>
                </a:lnTo>
                <a:lnTo>
                  <a:pt x="146304" y="365760"/>
                </a:lnTo>
                <a:lnTo>
                  <a:pt x="0" y="365760"/>
                </a:lnTo>
                <a:lnTo>
                  <a:pt x="219456" y="182880"/>
                </a:lnTo>
                <a:lnTo>
                  <a:pt x="0" y="0"/>
                </a:lnTo>
                <a:close/>
              </a:path>
            </a:pathLst>
          </a:custGeom>
          <a:solidFill>
            <a:srgbClr val="9B0000"/>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93931" y="5056134"/>
            <a:ext cx="2352438" cy="0"/>
          </a:xfrm>
          <a:custGeom>
            <a:avLst/>
            <a:gdLst/>
            <a:ahLst/>
            <a:cxnLst/>
            <a:rect l="l" t="t" r="r" b="b"/>
            <a:pathLst>
              <a:path w="2352438" h="0">
                <a:moveTo>
                  <a:pt x="0" y="0"/>
                </a:moveTo>
                <a:lnTo>
                  <a:pt x="2352438" y="0"/>
                </a:lnTo>
              </a:path>
            </a:pathLst>
          </a:custGeom>
          <a:noFill/>
          <a:ln w="182880">
            <a:solidFill>
              <a:srgbClr val="9B0000"/>
            </a:solidFill>
            <a:prstDash val="sysDot"/>
            <a:headEnd type="none"/>
            <a:tailEnd type="none"/>
          </a:ln>
        </p:spPr>
      </p:sp>
      <p:sp>
        <p:nvSpPr>
          <p:cNvPr id="3" name="Shape 1"/>
          <p:cNvSpPr/>
          <p:nvPr/>
        </p:nvSpPr>
        <p:spPr>
          <a:xfrm>
            <a:off x="0" y="5057078"/>
            <a:ext cx="7131886" cy="0"/>
          </a:xfrm>
          <a:custGeom>
            <a:avLst/>
            <a:gdLst/>
            <a:ahLst/>
            <a:cxnLst/>
            <a:rect l="l" t="t" r="r" b="b"/>
            <a:pathLst>
              <a:path w="7131886" h="0">
                <a:moveTo>
                  <a:pt x="0" y="0"/>
                </a:moveTo>
                <a:lnTo>
                  <a:pt x="7131886" y="0"/>
                </a:lnTo>
              </a:path>
            </a:pathLst>
          </a:custGeom>
          <a:noFill/>
          <a:ln w="182880">
            <a:solidFill>
              <a:srgbClr val="9B0000"/>
            </a:solidFill>
            <a:prstDash val="solid"/>
            <a:headEnd type="none"/>
            <a:tailEnd type="none"/>
          </a:ln>
        </p:spPr>
      </p:sp>
      <p:sp>
        <p:nvSpPr>
          <p:cNvPr id="4" name="Shape 2"/>
          <p:cNvSpPr/>
          <p:nvPr/>
        </p:nvSpPr>
        <p:spPr>
          <a:xfrm>
            <a:off x="0" y="1321308"/>
            <a:ext cx="9144000" cy="2698394"/>
          </a:xfrm>
          <a:custGeom>
            <a:avLst/>
            <a:gdLst/>
            <a:ahLst/>
            <a:cxnLst/>
            <a:rect l="l" t="t" r="r" b="b"/>
            <a:pathLst>
              <a:path w="9144000" h="2698394">
                <a:moveTo>
                  <a:pt x="0" y="0"/>
                </a:moveTo>
                <a:lnTo>
                  <a:pt x="9144000" y="0"/>
                </a:lnTo>
                <a:lnTo>
                  <a:pt x="9144000" y="2698394"/>
                </a:lnTo>
                <a:lnTo>
                  <a:pt x="0" y="2698394"/>
                </a:lnTo>
                <a:close/>
              </a:path>
            </a:pathLst>
          </a:custGeom>
          <a:solidFill>
            <a:srgbClr val="9B0000"/>
          </a:solidFill>
          <a:ln/>
        </p:spPr>
      </p:sp>
      <p:sp>
        <p:nvSpPr>
          <p:cNvPr id="5" name="Shape 3"/>
          <p:cNvSpPr/>
          <p:nvPr/>
        </p:nvSpPr>
        <p:spPr>
          <a:xfrm>
            <a:off x="274375" y="1579169"/>
            <a:ext cx="2743200" cy="2182673"/>
          </a:xfrm>
          <a:custGeom>
            <a:avLst/>
            <a:gdLst/>
            <a:ahLst/>
            <a:cxnLst/>
            <a:rect l="l" t="t" r="r" b="b"/>
            <a:pathLst>
              <a:path w="2743200" h="2182673">
                <a:moveTo>
                  <a:pt x="272834" y="0"/>
                </a:moveTo>
                <a:lnTo>
                  <a:pt x="2743200" y="0"/>
                </a:lnTo>
                <a:lnTo>
                  <a:pt x="2743200" y="1909839"/>
                </a:lnTo>
                <a:quadBezTo>
                  <a:pt x="2743200" y="2182673"/>
                  <a:pt x="2470366" y="2182673"/>
                </a:quadBezTo>
                <a:lnTo>
                  <a:pt x="0" y="2182673"/>
                </a:lnTo>
                <a:lnTo>
                  <a:pt x="0" y="272834"/>
                </a:lnTo>
                <a:quadBezTo>
                  <a:pt x="0" y="0"/>
                  <a:pt x="272834" y="0"/>
                </a:quadBezTo>
                <a:close/>
              </a:path>
            </a:pathLst>
          </a:custGeom>
          <a:solidFill>
            <a:srgbClr val="FFFFFF"/>
          </a:solidFill>
          <a:ln/>
          <a:effectLst>
            <a:outerShdw sx="100000" sy="100000" kx="0" ky="0" algn="bl" rotWithShape="0" blurRad="18288" dist="12700" dir="2700000">
              <a:srgbClr val="#6c6b6b">
                <a:alpha val="75000"/>
              </a:srgbClr>
            </a:outerShdw>
          </a:effectLst>
        </p:spPr>
      </p:sp>
      <p:sp>
        <p:nvSpPr>
          <p:cNvPr id="6" name="Text 4"/>
          <p:cNvSpPr/>
          <p:nvPr/>
        </p:nvSpPr>
        <p:spPr>
          <a:xfrm>
            <a:off x="365815" y="2267852"/>
            <a:ext cx="256032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7" name="Text 5"/>
          <p:cNvSpPr/>
          <p:nvPr/>
        </p:nvSpPr>
        <p:spPr>
          <a:xfrm>
            <a:off x="365815" y="2646414"/>
            <a:ext cx="256032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pic>
        <p:nvPicPr>
          <p:cNvPr id="8" name="Image 0" descr="preencoded.png">    </p:cNvPr>
          <p:cNvPicPr>
            <a:picLocks noChangeAspect="1"/>
          </p:cNvPicPr>
          <p:nvPr/>
        </p:nvPicPr>
        <p:blipFill>
          <a:blip r:embed="rId1"/>
          <a:srcRect l="0" r="0" t="0" b="0"/>
          <a:stretch/>
        </p:blipFill>
        <p:spPr>
          <a:xfrm>
            <a:off x="1371655" y="1700924"/>
            <a:ext cx="548640" cy="548640"/>
          </a:xfrm>
          <a:prstGeom prst="ellipse">
            <a:avLst/>
          </a:prstGeom>
        </p:spPr>
      </p:pic>
      <p:sp>
        <p:nvSpPr>
          <p:cNvPr id="9" name="Text 6"/>
          <p:cNvSpPr/>
          <p:nvPr/>
        </p:nvSpPr>
        <p:spPr>
          <a:xfrm>
            <a:off x="606117" y="477561"/>
            <a:ext cx="8405427" cy="512064"/>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2592" dirty="0">
                <a:solidFill>
                  <a:srgbClr val="333333"/>
                </a:solidFill>
                <a:latin typeface="微软雅黑" pitchFamily="34" charset="0"/>
                <a:ea typeface="微软雅黑" pitchFamily="34" charset="-122"/>
                <a:cs typeface="微软雅黑" pitchFamily="34" charset="-120"/>
              </a:rPr>
              <a:t>模板内容页标题</a:t>
            </a:r>
            <a:endParaRPr lang="en-US" sz="1152" dirty="0"/>
          </a:p>
        </p:txBody>
      </p:sp>
      <p:sp>
        <p:nvSpPr>
          <p:cNvPr id="10" name="Shape 7"/>
          <p:cNvSpPr/>
          <p:nvPr/>
        </p:nvSpPr>
        <p:spPr>
          <a:xfrm>
            <a:off x="171907" y="550469"/>
            <a:ext cx="365760" cy="365760"/>
          </a:xfrm>
          <a:custGeom>
            <a:avLst/>
            <a:gdLst/>
            <a:ahLst/>
            <a:cxnLst/>
            <a:rect l="l" t="t" r="r" b="b"/>
            <a:pathLst>
              <a:path w="365760" h="365760">
                <a:moveTo>
                  <a:pt x="0" y="0"/>
                </a:moveTo>
                <a:lnTo>
                  <a:pt x="146304" y="0"/>
                </a:lnTo>
                <a:lnTo>
                  <a:pt x="365760" y="182880"/>
                </a:lnTo>
                <a:lnTo>
                  <a:pt x="146304" y="365760"/>
                </a:lnTo>
                <a:lnTo>
                  <a:pt x="0" y="365760"/>
                </a:lnTo>
                <a:lnTo>
                  <a:pt x="219456" y="182880"/>
                </a:lnTo>
                <a:lnTo>
                  <a:pt x="0" y="0"/>
                </a:lnTo>
                <a:close/>
              </a:path>
            </a:pathLst>
          </a:custGeom>
          <a:solidFill>
            <a:srgbClr val="9B0000"/>
          </a:solidFill>
          <a:ln/>
        </p:spPr>
      </p:sp>
      <p:sp>
        <p:nvSpPr>
          <p:cNvPr id="11" name="Shape 8"/>
          <p:cNvSpPr/>
          <p:nvPr/>
        </p:nvSpPr>
        <p:spPr>
          <a:xfrm>
            <a:off x="3200400" y="1579169"/>
            <a:ext cx="2743200" cy="2182673"/>
          </a:xfrm>
          <a:custGeom>
            <a:avLst/>
            <a:gdLst/>
            <a:ahLst/>
            <a:cxnLst/>
            <a:rect l="l" t="t" r="r" b="b"/>
            <a:pathLst>
              <a:path w="2743200" h="2182673">
                <a:moveTo>
                  <a:pt x="272834" y="0"/>
                </a:moveTo>
                <a:lnTo>
                  <a:pt x="2743200" y="0"/>
                </a:lnTo>
                <a:lnTo>
                  <a:pt x="2743200" y="1909839"/>
                </a:lnTo>
                <a:quadBezTo>
                  <a:pt x="2743200" y="2182673"/>
                  <a:pt x="2470366" y="2182673"/>
                </a:quadBezTo>
                <a:lnTo>
                  <a:pt x="0" y="2182673"/>
                </a:lnTo>
                <a:lnTo>
                  <a:pt x="0" y="272834"/>
                </a:lnTo>
                <a:quadBezTo>
                  <a:pt x="0" y="0"/>
                  <a:pt x="272834" y="0"/>
                </a:quadBezTo>
                <a:close/>
              </a:path>
            </a:pathLst>
          </a:custGeom>
          <a:solidFill>
            <a:srgbClr val="FFFFFF"/>
          </a:solidFill>
          <a:ln/>
          <a:effectLst>
            <a:outerShdw sx="100000" sy="100000" kx="0" ky="0" algn="bl" rotWithShape="0" blurRad="18288" dist="12700" dir="2700000">
              <a:srgbClr val="#6c6b6b">
                <a:alpha val="75000"/>
              </a:srgbClr>
            </a:outerShdw>
          </a:effectLst>
        </p:spPr>
      </p:sp>
      <p:sp>
        <p:nvSpPr>
          <p:cNvPr id="12" name="Text 9"/>
          <p:cNvSpPr/>
          <p:nvPr/>
        </p:nvSpPr>
        <p:spPr>
          <a:xfrm>
            <a:off x="3291840" y="2267852"/>
            <a:ext cx="256032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3" name="Text 10"/>
          <p:cNvSpPr/>
          <p:nvPr/>
        </p:nvSpPr>
        <p:spPr>
          <a:xfrm>
            <a:off x="3291840" y="2646414"/>
            <a:ext cx="256032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pic>
        <p:nvPicPr>
          <p:cNvPr id="14" name="Image 1" descr="preencoded.png">    </p:cNvPr>
          <p:cNvPicPr>
            <a:picLocks noChangeAspect="1"/>
          </p:cNvPicPr>
          <p:nvPr/>
        </p:nvPicPr>
        <p:blipFill>
          <a:blip r:embed="rId2"/>
          <a:srcRect l="0" r="0" t="0" b="0"/>
          <a:stretch/>
        </p:blipFill>
        <p:spPr>
          <a:xfrm>
            <a:off x="4297680" y="1700924"/>
            <a:ext cx="548640" cy="548640"/>
          </a:xfrm>
          <a:prstGeom prst="ellipse">
            <a:avLst/>
          </a:prstGeom>
        </p:spPr>
      </p:pic>
      <p:sp>
        <p:nvSpPr>
          <p:cNvPr id="15" name="Shape 11"/>
          <p:cNvSpPr/>
          <p:nvPr/>
        </p:nvSpPr>
        <p:spPr>
          <a:xfrm>
            <a:off x="6126425" y="1579169"/>
            <a:ext cx="2743200" cy="2182673"/>
          </a:xfrm>
          <a:custGeom>
            <a:avLst/>
            <a:gdLst/>
            <a:ahLst/>
            <a:cxnLst/>
            <a:rect l="l" t="t" r="r" b="b"/>
            <a:pathLst>
              <a:path w="2743200" h="2182673">
                <a:moveTo>
                  <a:pt x="272834" y="0"/>
                </a:moveTo>
                <a:lnTo>
                  <a:pt x="2743200" y="0"/>
                </a:lnTo>
                <a:lnTo>
                  <a:pt x="2743200" y="1909839"/>
                </a:lnTo>
                <a:quadBezTo>
                  <a:pt x="2743200" y="2182673"/>
                  <a:pt x="2470366" y="2182673"/>
                </a:quadBezTo>
                <a:lnTo>
                  <a:pt x="0" y="2182673"/>
                </a:lnTo>
                <a:lnTo>
                  <a:pt x="0" y="272834"/>
                </a:lnTo>
                <a:quadBezTo>
                  <a:pt x="0" y="0"/>
                  <a:pt x="272834" y="0"/>
                </a:quadBezTo>
                <a:close/>
              </a:path>
            </a:pathLst>
          </a:custGeom>
          <a:solidFill>
            <a:srgbClr val="FFFFFF"/>
          </a:solidFill>
          <a:ln/>
          <a:effectLst>
            <a:outerShdw sx="100000" sy="100000" kx="0" ky="0" algn="bl" rotWithShape="0" blurRad="18288" dist="12700" dir="2700000">
              <a:srgbClr val="#6c6b6b">
                <a:alpha val="75000"/>
              </a:srgbClr>
            </a:outerShdw>
          </a:effectLst>
        </p:spPr>
      </p:sp>
      <p:sp>
        <p:nvSpPr>
          <p:cNvPr id="16" name="Text 12"/>
          <p:cNvSpPr/>
          <p:nvPr/>
        </p:nvSpPr>
        <p:spPr>
          <a:xfrm>
            <a:off x="6217865" y="2267852"/>
            <a:ext cx="2560320" cy="457200"/>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7" name="Text 13"/>
          <p:cNvSpPr/>
          <p:nvPr/>
        </p:nvSpPr>
        <p:spPr>
          <a:xfrm>
            <a:off x="6217865" y="2646414"/>
            <a:ext cx="2560320" cy="106070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pic>
        <p:nvPicPr>
          <p:cNvPr id="18" name="Image 2" descr="preencoded.png">    </p:cNvPr>
          <p:cNvPicPr>
            <a:picLocks noChangeAspect="1"/>
          </p:cNvPicPr>
          <p:nvPr/>
        </p:nvPicPr>
        <p:blipFill>
          <a:blip r:embed="rId3"/>
          <a:srcRect l="0" r="0" t="0" b="0"/>
          <a:stretch/>
        </p:blipFill>
        <p:spPr>
          <a:xfrm>
            <a:off x="7223705" y="1700924"/>
            <a:ext cx="548640" cy="548640"/>
          </a:xfrm>
          <a:prstGeom prst="ellipse">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93931" y="5056134"/>
            <a:ext cx="2352438" cy="0"/>
          </a:xfrm>
          <a:custGeom>
            <a:avLst/>
            <a:gdLst/>
            <a:ahLst/>
            <a:cxnLst/>
            <a:rect l="l" t="t" r="r" b="b"/>
            <a:pathLst>
              <a:path w="2352438" h="0">
                <a:moveTo>
                  <a:pt x="0" y="0"/>
                </a:moveTo>
                <a:lnTo>
                  <a:pt x="2352438" y="0"/>
                </a:lnTo>
              </a:path>
            </a:pathLst>
          </a:custGeom>
          <a:noFill/>
          <a:ln w="182880">
            <a:solidFill>
              <a:srgbClr val="9B0000"/>
            </a:solidFill>
            <a:prstDash val="sysDot"/>
            <a:headEnd type="none"/>
            <a:tailEnd type="none"/>
          </a:ln>
        </p:spPr>
      </p:sp>
      <p:sp>
        <p:nvSpPr>
          <p:cNvPr id="3" name="Shape 1"/>
          <p:cNvSpPr/>
          <p:nvPr/>
        </p:nvSpPr>
        <p:spPr>
          <a:xfrm>
            <a:off x="0" y="5057078"/>
            <a:ext cx="7131886" cy="0"/>
          </a:xfrm>
          <a:custGeom>
            <a:avLst/>
            <a:gdLst/>
            <a:ahLst/>
            <a:cxnLst/>
            <a:rect l="l" t="t" r="r" b="b"/>
            <a:pathLst>
              <a:path w="7131886" h="0">
                <a:moveTo>
                  <a:pt x="0" y="0"/>
                </a:moveTo>
                <a:lnTo>
                  <a:pt x="7131886" y="0"/>
                </a:lnTo>
              </a:path>
            </a:pathLst>
          </a:custGeom>
          <a:noFill/>
          <a:ln w="182880">
            <a:solidFill>
              <a:srgbClr val="9B0000"/>
            </a:solidFill>
            <a:prstDash val="solid"/>
            <a:headEnd type="none"/>
            <a:tailEnd type="none"/>
          </a:ln>
        </p:spPr>
      </p:sp>
      <p:sp>
        <p:nvSpPr>
          <p:cNvPr id="4" name="Shape 2"/>
          <p:cNvSpPr/>
          <p:nvPr/>
        </p:nvSpPr>
        <p:spPr>
          <a:xfrm>
            <a:off x="189468" y="975561"/>
            <a:ext cx="8765064" cy="3579711"/>
          </a:xfrm>
          <a:custGeom>
            <a:avLst/>
            <a:gdLst/>
            <a:ahLst/>
            <a:cxnLst/>
            <a:rect l="l" t="t" r="r" b="b"/>
            <a:pathLst>
              <a:path w="8765064" h="3579711">
                <a:moveTo>
                  <a:pt x="273181" y="0"/>
                </a:moveTo>
                <a:lnTo>
                  <a:pt x="8765064" y="0"/>
                </a:lnTo>
                <a:lnTo>
                  <a:pt x="8765064" y="3306530"/>
                </a:lnTo>
                <a:quadBezTo>
                  <a:pt x="8765064" y="3579711"/>
                  <a:pt x="8491883" y="3579711"/>
                </a:quadBezTo>
                <a:lnTo>
                  <a:pt x="0" y="3579711"/>
                </a:lnTo>
                <a:lnTo>
                  <a:pt x="0" y="273181"/>
                </a:lnTo>
                <a:quadBezTo>
                  <a:pt x="0" y="0"/>
                  <a:pt x="273181" y="0"/>
                </a:quadBezTo>
                <a:close/>
              </a:path>
            </a:pathLst>
          </a:custGeom>
          <a:solidFill>
            <a:srgbClr val="9B0000"/>
          </a:solidFill>
          <a:ln/>
        </p:spPr>
      </p:sp>
      <p:sp>
        <p:nvSpPr>
          <p:cNvPr id="5" name="Text 3"/>
          <p:cNvSpPr/>
          <p:nvPr/>
        </p:nvSpPr>
        <p:spPr>
          <a:xfrm>
            <a:off x="606729" y="225933"/>
            <a:ext cx="8385089" cy="512064"/>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2592" dirty="0">
                <a:solidFill>
                  <a:srgbClr val="333333"/>
                </a:solidFill>
                <a:latin typeface="微软雅黑" pitchFamily="34" charset="0"/>
                <a:ea typeface="微软雅黑" pitchFamily="34" charset="-122"/>
                <a:cs typeface="微软雅黑" pitchFamily="34" charset="-120"/>
              </a:rPr>
              <a:t>模板内容页标题</a:t>
            </a:r>
            <a:endParaRPr lang="en-US" sz="1152" dirty="0"/>
          </a:p>
        </p:txBody>
      </p:sp>
      <p:sp>
        <p:nvSpPr>
          <p:cNvPr id="6" name="Shape 4"/>
          <p:cNvSpPr/>
          <p:nvPr/>
        </p:nvSpPr>
        <p:spPr>
          <a:xfrm>
            <a:off x="189468" y="299085"/>
            <a:ext cx="365760" cy="365760"/>
          </a:xfrm>
          <a:custGeom>
            <a:avLst/>
            <a:gdLst/>
            <a:ahLst/>
            <a:cxnLst/>
            <a:rect l="l" t="t" r="r" b="b"/>
            <a:pathLst>
              <a:path w="365760" h="365760">
                <a:moveTo>
                  <a:pt x="0" y="0"/>
                </a:moveTo>
                <a:lnTo>
                  <a:pt x="146304" y="0"/>
                </a:lnTo>
                <a:lnTo>
                  <a:pt x="365760" y="182880"/>
                </a:lnTo>
                <a:lnTo>
                  <a:pt x="146304" y="365760"/>
                </a:lnTo>
                <a:lnTo>
                  <a:pt x="0" y="365760"/>
                </a:lnTo>
                <a:lnTo>
                  <a:pt x="219456" y="182880"/>
                </a:lnTo>
                <a:lnTo>
                  <a:pt x="0" y="0"/>
                </a:lnTo>
                <a:close/>
              </a:path>
            </a:pathLst>
          </a:custGeom>
          <a:solidFill>
            <a:srgbClr val="9B0000"/>
          </a:solidFill>
          <a:ln/>
        </p:spPr>
      </p:sp>
      <p:sp>
        <p:nvSpPr>
          <p:cNvPr id="7" name="Shape 5"/>
          <p:cNvSpPr/>
          <p:nvPr/>
        </p:nvSpPr>
        <p:spPr>
          <a:xfrm>
            <a:off x="276842" y="1064252"/>
            <a:ext cx="4248218" cy="1656958"/>
          </a:xfrm>
          <a:custGeom>
            <a:avLst/>
            <a:gdLst/>
            <a:ahLst/>
            <a:cxnLst/>
            <a:rect l="l" t="t" r="r" b="b"/>
            <a:pathLst>
              <a:path w="4248218" h="1656958">
                <a:moveTo>
                  <a:pt x="207120" y="0"/>
                </a:moveTo>
                <a:lnTo>
                  <a:pt x="4248218" y="0"/>
                </a:lnTo>
                <a:lnTo>
                  <a:pt x="4248218" y="1449839"/>
                </a:lnTo>
                <a:quadBezTo>
                  <a:pt x="4248218" y="1656958"/>
                  <a:pt x="4041098" y="1656958"/>
                </a:quadBezTo>
                <a:lnTo>
                  <a:pt x="0" y="1656958"/>
                </a:lnTo>
                <a:lnTo>
                  <a:pt x="0" y="207120"/>
                </a:lnTo>
                <a:quadBezTo>
                  <a:pt x="0" y="0"/>
                  <a:pt x="207120" y="0"/>
                </a:quadBezTo>
                <a:close/>
              </a:path>
            </a:pathLst>
          </a:custGeom>
          <a:solidFill>
            <a:srgbClr val="FFFFFF"/>
          </a:solidFill>
          <a:ln/>
          <a:effectLst>
            <a:outerShdw sx="100000" sy="100000" kx="0" ky="0" algn="bl" rotWithShape="0" blurRad="18288" dist="12700" dir="2700000">
              <a:srgbClr val="#6c6b6b">
                <a:alpha val="75000"/>
              </a:srgbClr>
            </a:outerShdw>
          </a:effectLst>
        </p:spPr>
      </p:sp>
      <p:sp>
        <p:nvSpPr>
          <p:cNvPr id="8" name="Text 6"/>
          <p:cNvSpPr/>
          <p:nvPr/>
        </p:nvSpPr>
        <p:spPr>
          <a:xfrm>
            <a:off x="1259524" y="1172275"/>
            <a:ext cx="3082331" cy="45720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9" name="Text 7"/>
          <p:cNvSpPr/>
          <p:nvPr/>
        </p:nvSpPr>
        <p:spPr>
          <a:xfrm>
            <a:off x="1259524" y="1541029"/>
            <a:ext cx="3082331" cy="106070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pic>
        <p:nvPicPr>
          <p:cNvPr id="10" name="Image 0" descr="preencoded.png">    </p:cNvPr>
          <p:cNvPicPr>
            <a:picLocks noChangeAspect="1"/>
          </p:cNvPicPr>
          <p:nvPr/>
        </p:nvPicPr>
        <p:blipFill>
          <a:blip r:embed="rId1"/>
          <a:srcRect l="0" r="8257" t="0" b="0"/>
          <a:stretch/>
        </p:blipFill>
        <p:spPr>
          <a:xfrm>
            <a:off x="473053" y="1314113"/>
            <a:ext cx="703698" cy="1157237"/>
          </a:xfrm>
          <a:prstGeom prst="rect">
            <a:avLst/>
          </a:prstGeom>
        </p:spPr>
      </p:pic>
      <p:sp>
        <p:nvSpPr>
          <p:cNvPr id="11" name="Shape 8"/>
          <p:cNvSpPr/>
          <p:nvPr/>
        </p:nvSpPr>
        <p:spPr>
          <a:xfrm>
            <a:off x="4620361" y="1064252"/>
            <a:ext cx="4248218" cy="1656958"/>
          </a:xfrm>
          <a:custGeom>
            <a:avLst/>
            <a:gdLst/>
            <a:ahLst/>
            <a:cxnLst/>
            <a:rect l="l" t="t" r="r" b="b"/>
            <a:pathLst>
              <a:path w="4248218" h="1656958">
                <a:moveTo>
                  <a:pt x="207120" y="0"/>
                </a:moveTo>
                <a:lnTo>
                  <a:pt x="4248218" y="0"/>
                </a:lnTo>
                <a:lnTo>
                  <a:pt x="4248218" y="1449839"/>
                </a:lnTo>
                <a:quadBezTo>
                  <a:pt x="4248218" y="1656958"/>
                  <a:pt x="4041098" y="1656958"/>
                </a:quadBezTo>
                <a:lnTo>
                  <a:pt x="0" y="1656958"/>
                </a:lnTo>
                <a:lnTo>
                  <a:pt x="0" y="207120"/>
                </a:lnTo>
                <a:quadBezTo>
                  <a:pt x="0" y="0"/>
                  <a:pt x="207120" y="0"/>
                </a:quadBezTo>
                <a:close/>
              </a:path>
            </a:pathLst>
          </a:custGeom>
          <a:solidFill>
            <a:srgbClr val="FFFFFF"/>
          </a:solidFill>
          <a:ln/>
          <a:effectLst>
            <a:outerShdw sx="100000" sy="100000" kx="0" ky="0" algn="bl" rotWithShape="0" blurRad="18288" dist="12700" dir="2700000">
              <a:srgbClr val="#6c6b6b">
                <a:alpha val="75000"/>
              </a:srgbClr>
            </a:outerShdw>
          </a:effectLst>
        </p:spPr>
      </p:sp>
      <p:sp>
        <p:nvSpPr>
          <p:cNvPr id="12" name="Text 9"/>
          <p:cNvSpPr/>
          <p:nvPr/>
        </p:nvSpPr>
        <p:spPr>
          <a:xfrm>
            <a:off x="5603043" y="1172275"/>
            <a:ext cx="3082331" cy="45720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3" name="Text 10"/>
          <p:cNvSpPr/>
          <p:nvPr/>
        </p:nvSpPr>
        <p:spPr>
          <a:xfrm>
            <a:off x="5603043" y="1541029"/>
            <a:ext cx="3082331" cy="106070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pic>
        <p:nvPicPr>
          <p:cNvPr id="14" name="Image 1" descr="preencoded.png">    </p:cNvPr>
          <p:cNvPicPr>
            <a:picLocks noChangeAspect="1"/>
          </p:cNvPicPr>
          <p:nvPr/>
        </p:nvPicPr>
        <p:blipFill>
          <a:blip r:embed="rId2"/>
          <a:srcRect l="0" r="8257" t="0" b="0"/>
          <a:stretch/>
        </p:blipFill>
        <p:spPr>
          <a:xfrm>
            <a:off x="4816572" y="1314113"/>
            <a:ext cx="703698" cy="1157237"/>
          </a:xfrm>
          <a:prstGeom prst="rect">
            <a:avLst/>
          </a:prstGeom>
        </p:spPr>
      </p:pic>
      <p:sp>
        <p:nvSpPr>
          <p:cNvPr id="15" name="Shape 11"/>
          <p:cNvSpPr/>
          <p:nvPr/>
        </p:nvSpPr>
        <p:spPr>
          <a:xfrm>
            <a:off x="276842" y="2811847"/>
            <a:ext cx="4248218" cy="1656958"/>
          </a:xfrm>
          <a:custGeom>
            <a:avLst/>
            <a:gdLst/>
            <a:ahLst/>
            <a:cxnLst/>
            <a:rect l="l" t="t" r="r" b="b"/>
            <a:pathLst>
              <a:path w="4248218" h="1656958">
                <a:moveTo>
                  <a:pt x="207120" y="0"/>
                </a:moveTo>
                <a:lnTo>
                  <a:pt x="4248218" y="0"/>
                </a:lnTo>
                <a:lnTo>
                  <a:pt x="4248218" y="1449839"/>
                </a:lnTo>
                <a:quadBezTo>
                  <a:pt x="4248218" y="1656958"/>
                  <a:pt x="4041098" y="1656958"/>
                </a:quadBezTo>
                <a:lnTo>
                  <a:pt x="0" y="1656958"/>
                </a:lnTo>
                <a:lnTo>
                  <a:pt x="0" y="207120"/>
                </a:lnTo>
                <a:quadBezTo>
                  <a:pt x="0" y="0"/>
                  <a:pt x="207120" y="0"/>
                </a:quadBezTo>
                <a:close/>
              </a:path>
            </a:pathLst>
          </a:custGeom>
          <a:solidFill>
            <a:srgbClr val="FFFFFF"/>
          </a:solidFill>
          <a:ln/>
          <a:effectLst>
            <a:outerShdw sx="100000" sy="100000" kx="0" ky="0" algn="bl" rotWithShape="0" blurRad="18288" dist="12700" dir="2700000">
              <a:srgbClr val="#6c6b6b">
                <a:alpha val="75000"/>
              </a:srgbClr>
            </a:outerShdw>
          </a:effectLst>
        </p:spPr>
      </p:sp>
      <p:sp>
        <p:nvSpPr>
          <p:cNvPr id="16" name="Text 12"/>
          <p:cNvSpPr/>
          <p:nvPr/>
        </p:nvSpPr>
        <p:spPr>
          <a:xfrm>
            <a:off x="1259524" y="2919870"/>
            <a:ext cx="3082331" cy="45720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17" name="Text 13"/>
          <p:cNvSpPr/>
          <p:nvPr/>
        </p:nvSpPr>
        <p:spPr>
          <a:xfrm>
            <a:off x="1259524" y="3288624"/>
            <a:ext cx="3082331" cy="106070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pic>
        <p:nvPicPr>
          <p:cNvPr id="18" name="Image 2" descr="preencoded.png">    </p:cNvPr>
          <p:cNvPicPr>
            <a:picLocks noChangeAspect="1"/>
          </p:cNvPicPr>
          <p:nvPr/>
        </p:nvPicPr>
        <p:blipFill>
          <a:blip r:embed="rId3"/>
          <a:srcRect l="0" r="8257" t="0" b="0"/>
          <a:stretch/>
        </p:blipFill>
        <p:spPr>
          <a:xfrm>
            <a:off x="473053" y="3061708"/>
            <a:ext cx="703698" cy="1157237"/>
          </a:xfrm>
          <a:prstGeom prst="rect">
            <a:avLst/>
          </a:prstGeom>
        </p:spPr>
      </p:pic>
      <p:sp>
        <p:nvSpPr>
          <p:cNvPr id="19" name="Shape 14"/>
          <p:cNvSpPr/>
          <p:nvPr/>
        </p:nvSpPr>
        <p:spPr>
          <a:xfrm>
            <a:off x="4620361" y="2811847"/>
            <a:ext cx="4248218" cy="1656958"/>
          </a:xfrm>
          <a:custGeom>
            <a:avLst/>
            <a:gdLst/>
            <a:ahLst/>
            <a:cxnLst/>
            <a:rect l="l" t="t" r="r" b="b"/>
            <a:pathLst>
              <a:path w="4248218" h="1656958">
                <a:moveTo>
                  <a:pt x="207120" y="0"/>
                </a:moveTo>
                <a:lnTo>
                  <a:pt x="4248218" y="0"/>
                </a:lnTo>
                <a:lnTo>
                  <a:pt x="4248218" y="1449839"/>
                </a:lnTo>
                <a:quadBezTo>
                  <a:pt x="4248218" y="1656958"/>
                  <a:pt x="4041098" y="1656958"/>
                </a:quadBezTo>
                <a:lnTo>
                  <a:pt x="0" y="1656958"/>
                </a:lnTo>
                <a:lnTo>
                  <a:pt x="0" y="207120"/>
                </a:lnTo>
                <a:quadBezTo>
                  <a:pt x="0" y="0"/>
                  <a:pt x="207120" y="0"/>
                </a:quadBezTo>
                <a:close/>
              </a:path>
            </a:pathLst>
          </a:custGeom>
          <a:solidFill>
            <a:srgbClr val="FFFFFF"/>
          </a:solidFill>
          <a:ln/>
          <a:effectLst>
            <a:outerShdw sx="100000" sy="100000" kx="0" ky="0" algn="bl" rotWithShape="0" blurRad="18288" dist="12700" dir="2700000">
              <a:srgbClr val="#6c6b6b">
                <a:alpha val="75000"/>
              </a:srgbClr>
            </a:outerShdw>
          </a:effectLst>
        </p:spPr>
      </p:sp>
      <p:sp>
        <p:nvSpPr>
          <p:cNvPr id="20" name="Text 15"/>
          <p:cNvSpPr/>
          <p:nvPr/>
        </p:nvSpPr>
        <p:spPr>
          <a:xfrm>
            <a:off x="5603043" y="2919870"/>
            <a:ext cx="3082331" cy="457200"/>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440" b="1" dirty="0">
                <a:solidFill>
                  <a:srgbClr val="333333"/>
                </a:solidFill>
                <a:latin typeface="微软雅黑" pitchFamily="34" charset="0"/>
                <a:ea typeface="微软雅黑" pitchFamily="34" charset="-122"/>
                <a:cs typeface="微软雅黑" pitchFamily="34" charset="-120"/>
              </a:rPr>
              <a:t>内容项标题</a:t>
            </a:r>
            <a:endParaRPr lang="en-US" sz="1152" dirty="0"/>
          </a:p>
        </p:txBody>
      </p:sp>
      <p:sp>
        <p:nvSpPr>
          <p:cNvPr id="21" name="Text 16"/>
          <p:cNvSpPr/>
          <p:nvPr/>
        </p:nvSpPr>
        <p:spPr>
          <a:xfrm>
            <a:off x="5603043" y="3288624"/>
            <a:ext cx="3082331" cy="1060704"/>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a:t>
            </a:r>
            <a:endParaRPr lang="en-US" sz="1152" dirty="0"/>
          </a:p>
        </p:txBody>
      </p:sp>
      <p:pic>
        <p:nvPicPr>
          <p:cNvPr id="22" name="Image 3" descr="preencoded.png">    </p:cNvPr>
          <p:cNvPicPr>
            <a:picLocks noChangeAspect="1"/>
          </p:cNvPicPr>
          <p:nvPr/>
        </p:nvPicPr>
        <p:blipFill>
          <a:blip r:embed="rId4"/>
          <a:srcRect l="0" r="8257" t="0" b="0"/>
          <a:stretch/>
        </p:blipFill>
        <p:spPr>
          <a:xfrm>
            <a:off x="4816572" y="3061708"/>
            <a:ext cx="703698" cy="115723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09173" cy="5143500"/>
          </a:xfrm>
          <a:prstGeom prst="rect">
            <a:avLst/>
          </a:prstGeom>
        </p:spPr>
      </p:pic>
      <p:sp>
        <p:nvSpPr>
          <p:cNvPr id="3" name="Text 0"/>
          <p:cNvSpPr/>
          <p:nvPr/>
        </p:nvSpPr>
        <p:spPr>
          <a:xfrm>
            <a:off x="4127763" y="1310000"/>
            <a:ext cx="4670979" cy="512064"/>
          </a:xfrm>
          <a:prstGeom prst="rect">
            <a:avLst/>
          </a:prstGeom>
          <a:solidFill>
            <a:srgbClr val="FFFFFF">
              <a:alpha val="0"/>
            </a:srgbClr>
          </a:solidFill>
          <a:ln/>
        </p:spPr>
        <p:txBody>
          <a:bodyPr wrap="square" lIns="91440" tIns="38405" rIns="91440" bIns="0" rtlCol="0" anchor="t"/>
          <a:lstStyle/>
          <a:p>
            <a:pPr indent="0" marL="0">
              <a:lnSpc>
                <a:spcPct val="100000"/>
              </a:lnSpc>
              <a:buNone/>
            </a:pPr>
            <a:r>
              <a:rPr lang="en-US" sz="2592" dirty="0">
                <a:solidFill>
                  <a:srgbClr val="9B0000"/>
                </a:solidFill>
                <a:latin typeface="微软雅黑" pitchFamily="34" charset="0"/>
                <a:ea typeface="微软雅黑" pitchFamily="34" charset="-122"/>
                <a:cs typeface="微软雅黑" pitchFamily="34" charset="-120"/>
              </a:rPr>
              <a:t>模板内容页标题</a:t>
            </a:r>
            <a:endParaRPr lang="en-US" sz="1152" dirty="0"/>
          </a:p>
        </p:txBody>
      </p:sp>
      <p:sp>
        <p:nvSpPr>
          <p:cNvPr id="4" name="Shape 1"/>
          <p:cNvSpPr/>
          <p:nvPr/>
        </p:nvSpPr>
        <p:spPr>
          <a:xfrm>
            <a:off x="3835155" y="1419728"/>
            <a:ext cx="292608" cy="292608"/>
          </a:xfrm>
          <a:custGeom>
            <a:avLst/>
            <a:gdLst/>
            <a:ahLst/>
            <a:cxnLst/>
            <a:rect l="l" t="t" r="r" b="b"/>
            <a:pathLst>
              <a:path w="292608" h="292608">
                <a:moveTo>
                  <a:pt x="0" y="0"/>
                </a:moveTo>
                <a:lnTo>
                  <a:pt x="117043" y="0"/>
                </a:lnTo>
                <a:lnTo>
                  <a:pt x="292608" y="146304"/>
                </a:lnTo>
                <a:lnTo>
                  <a:pt x="117043" y="292608"/>
                </a:lnTo>
                <a:lnTo>
                  <a:pt x="0" y="292608"/>
                </a:lnTo>
                <a:lnTo>
                  <a:pt x="175565" y="146304"/>
                </a:lnTo>
                <a:lnTo>
                  <a:pt x="0" y="0"/>
                </a:lnTo>
                <a:close/>
              </a:path>
            </a:pathLst>
          </a:custGeom>
          <a:solidFill>
            <a:srgbClr val="9B0000"/>
          </a:solidFill>
          <a:ln/>
        </p:spPr>
      </p:sp>
      <p:sp>
        <p:nvSpPr>
          <p:cNvPr id="5" name="Text 2"/>
          <p:cNvSpPr/>
          <p:nvPr/>
        </p:nvSpPr>
        <p:spPr>
          <a:xfrm>
            <a:off x="3835155" y="2151126"/>
            <a:ext cx="4963587" cy="841248"/>
          </a:xfrm>
          <a:prstGeom prst="rect">
            <a:avLst/>
          </a:prstGeom>
          <a:solidFill>
            <a:srgbClr val="FFFFFF">
              <a:alpha val="0"/>
            </a:srgbClr>
          </a:solidFill>
          <a:ln/>
        </p:spPr>
        <p:txBody>
          <a:bodyPr wrap="square" lIns="91440" tIns="38405" rIns="91440" bIns="0" rtlCol="0" anchor="t"/>
          <a:lstStyle/>
          <a:p>
            <a:pP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内容项正文内容项正文内容项正文内容项正文内容项正文内容项正文内容项正文内容项正文内容项正文内容项正文内容项正文内容项正文内容项正文内容项</a:t>
            </a:r>
            <a:endParaRPr lang="en-US" sz="1152" dirty="0"/>
          </a:p>
        </p:txBody>
      </p:sp>
      <p:sp>
        <p:nvSpPr>
          <p:cNvPr id="6" name="Shape 3"/>
          <p:cNvSpPr/>
          <p:nvPr/>
        </p:nvSpPr>
        <p:spPr>
          <a:xfrm>
            <a:off x="3833092" y="1951502"/>
            <a:ext cx="4942153" cy="0"/>
          </a:xfrm>
          <a:custGeom>
            <a:avLst/>
            <a:gdLst/>
            <a:ahLst/>
            <a:cxnLst/>
            <a:rect l="l" t="t" r="r" b="b"/>
            <a:pathLst>
              <a:path w="4942153" h="0">
                <a:moveTo>
                  <a:pt x="0" y="0"/>
                </a:moveTo>
                <a:lnTo>
                  <a:pt x="4942153" y="0"/>
                </a:lnTo>
              </a:path>
            </a:pathLst>
          </a:custGeom>
          <a:noFill/>
          <a:ln w="18288">
            <a:solidFill>
              <a:srgbClr val="9B0000"/>
            </a:solidFill>
            <a:prstDash val="solid"/>
            <a:headEnd type="none"/>
            <a:tailEnd type="none"/>
          </a:ln>
        </p:spPr>
      </p:sp>
      <p:sp>
        <p:nvSpPr>
          <p:cNvPr id="7" name="Shape 4"/>
          <p:cNvSpPr/>
          <p:nvPr/>
        </p:nvSpPr>
        <p:spPr>
          <a:xfrm rot="10800000">
            <a:off x="8707463" y="104045"/>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8" name="Shape 5"/>
          <p:cNvSpPr/>
          <p:nvPr/>
        </p:nvSpPr>
        <p:spPr>
          <a:xfrm rot="-5400000">
            <a:off x="8707463" y="4696980"/>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34827" y="0"/>
            <a:ext cx="3409173" cy="5143500"/>
          </a:xfrm>
          <a:prstGeom prst="rect">
            <a:avLst/>
          </a:prstGeom>
        </p:spPr>
      </p:pic>
      <p:sp>
        <p:nvSpPr>
          <p:cNvPr id="3" name="Text 0"/>
          <p:cNvSpPr/>
          <p:nvPr/>
        </p:nvSpPr>
        <p:spPr>
          <a:xfrm>
            <a:off x="375289" y="1328019"/>
            <a:ext cx="4670979" cy="512064"/>
          </a:xfrm>
          <a:prstGeom prst="rect">
            <a:avLst/>
          </a:prstGeom>
          <a:solidFill>
            <a:srgbClr val="FFFFFF">
              <a:alpha val="0"/>
            </a:srgbClr>
          </a:solidFill>
          <a:ln/>
        </p:spPr>
        <p:txBody>
          <a:bodyPr wrap="square" lIns="91440" tIns="38405" rIns="91440" bIns="0" rtlCol="0" anchor="t"/>
          <a:lstStyle/>
          <a:p>
            <a:pPr algn="r" indent="0" marL="0">
              <a:lnSpc>
                <a:spcPct val="100000"/>
              </a:lnSpc>
              <a:buNone/>
            </a:pPr>
            <a:r>
              <a:rPr lang="en-US" sz="2592" dirty="0">
                <a:solidFill>
                  <a:srgbClr val="9B0000"/>
                </a:solidFill>
                <a:latin typeface="微软雅黑" pitchFamily="34" charset="0"/>
                <a:ea typeface="微软雅黑" pitchFamily="34" charset="-122"/>
                <a:cs typeface="微软雅黑" pitchFamily="34" charset="-120"/>
              </a:rPr>
              <a:t>模板内容页标题</a:t>
            </a:r>
            <a:endParaRPr lang="en-US" sz="1152" dirty="0"/>
          </a:p>
        </p:txBody>
      </p:sp>
      <p:sp>
        <p:nvSpPr>
          <p:cNvPr id="4" name="Shape 1"/>
          <p:cNvSpPr/>
          <p:nvPr/>
        </p:nvSpPr>
        <p:spPr>
          <a:xfrm>
            <a:off x="5046268" y="1437747"/>
            <a:ext cx="292608" cy="292608"/>
          </a:xfrm>
          <a:custGeom>
            <a:avLst/>
            <a:gdLst/>
            <a:ahLst/>
            <a:cxnLst/>
            <a:rect l="l" t="t" r="r" b="b"/>
            <a:pathLst>
              <a:path w="292608" h="292608">
                <a:moveTo>
                  <a:pt x="292608" y="0"/>
                </a:moveTo>
                <a:lnTo>
                  <a:pt x="175565" y="0"/>
                </a:lnTo>
                <a:lnTo>
                  <a:pt x="0" y="146304"/>
                </a:lnTo>
                <a:lnTo>
                  <a:pt x="175565" y="292608"/>
                </a:lnTo>
                <a:lnTo>
                  <a:pt x="292608" y="292608"/>
                </a:lnTo>
                <a:lnTo>
                  <a:pt x="117043" y="146304"/>
                </a:lnTo>
                <a:lnTo>
                  <a:pt x="292608" y="0"/>
                </a:lnTo>
                <a:close/>
              </a:path>
            </a:pathLst>
          </a:custGeom>
          <a:solidFill>
            <a:srgbClr val="9B0000"/>
          </a:solidFill>
          <a:ln/>
        </p:spPr>
      </p:sp>
      <p:sp>
        <p:nvSpPr>
          <p:cNvPr id="5" name="Text 2"/>
          <p:cNvSpPr/>
          <p:nvPr/>
        </p:nvSpPr>
        <p:spPr>
          <a:xfrm>
            <a:off x="375289" y="2176323"/>
            <a:ext cx="4963587" cy="841248"/>
          </a:xfrm>
          <a:prstGeom prst="rect">
            <a:avLst/>
          </a:prstGeom>
          <a:solidFill>
            <a:srgbClr val="FFFFFF">
              <a:alpha val="0"/>
            </a:srgbClr>
          </a:solidFill>
          <a:ln/>
        </p:spPr>
        <p:txBody>
          <a:bodyPr wrap="square" lIns="91440" tIns="38405" rIns="91440" bIns="0" rtlCol="0" anchor="t"/>
          <a:lstStyle/>
          <a:p>
            <a:pPr algn="r" indent="0" marL="0">
              <a:lnSpc>
                <a:spcPct val="150000"/>
              </a:lnSpc>
              <a:buNone/>
            </a:pPr>
            <a:r>
              <a:rPr lang="en-US" sz="1152" dirty="0">
                <a:solidFill>
                  <a:srgbClr val="333333"/>
                </a:solidFill>
                <a:latin typeface="微软雅黑" pitchFamily="34" charset="0"/>
                <a:ea typeface="微软雅黑" pitchFamily="34" charset="-122"/>
                <a:cs typeface="微软雅黑" pitchFamily="34" charset="-120"/>
              </a:rPr>
              <a:t>内容项正文内容项正文内容项正文内容项正文内容项正文内容项正文内容项正文内容项正文内容项正文内容项正文内容项正文内容项正文内容项正文内容项</a:t>
            </a:r>
            <a:endParaRPr lang="en-US" sz="1152" dirty="0"/>
          </a:p>
        </p:txBody>
      </p:sp>
      <p:sp>
        <p:nvSpPr>
          <p:cNvPr id="6" name="Shape 3"/>
          <p:cNvSpPr/>
          <p:nvPr/>
        </p:nvSpPr>
        <p:spPr>
          <a:xfrm>
            <a:off x="373226" y="1976700"/>
            <a:ext cx="4942153" cy="0"/>
          </a:xfrm>
          <a:custGeom>
            <a:avLst/>
            <a:gdLst/>
            <a:ahLst/>
            <a:cxnLst/>
            <a:rect l="l" t="t" r="r" b="b"/>
            <a:pathLst>
              <a:path w="4942153" h="0">
                <a:moveTo>
                  <a:pt x="0" y="0"/>
                </a:moveTo>
                <a:lnTo>
                  <a:pt x="4942153" y="0"/>
                </a:lnTo>
              </a:path>
            </a:pathLst>
          </a:custGeom>
          <a:noFill/>
          <a:ln w="18288">
            <a:solidFill>
              <a:srgbClr val="9B0000"/>
            </a:solidFill>
            <a:prstDash val="solid"/>
            <a:headEnd type="none"/>
            <a:tailEnd type="none"/>
          </a:ln>
        </p:spPr>
      </p:sp>
      <p:sp>
        <p:nvSpPr>
          <p:cNvPr id="7" name="Shape 4"/>
          <p:cNvSpPr/>
          <p:nvPr/>
        </p:nvSpPr>
        <p:spPr>
          <a:xfrm rot="5400000">
            <a:off x="129845" y="128930"/>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8" name="Shape 5"/>
          <p:cNvSpPr/>
          <p:nvPr/>
        </p:nvSpPr>
        <p:spPr>
          <a:xfrm>
            <a:off x="129845" y="4693615"/>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2571750"/>
          </a:xfrm>
          <a:custGeom>
            <a:avLst/>
            <a:gdLst/>
            <a:ahLst/>
            <a:cxnLst/>
            <a:rect l="l" t="t" r="r" b="b"/>
            <a:pathLst>
              <a:path w="9144000" h="2571750">
                <a:moveTo>
                  <a:pt x="0" y="0"/>
                </a:moveTo>
                <a:lnTo>
                  <a:pt x="9144000" y="0"/>
                </a:lnTo>
                <a:lnTo>
                  <a:pt x="9144000" y="2571750"/>
                </a:lnTo>
                <a:lnTo>
                  <a:pt x="0" y="2571750"/>
                </a:lnTo>
                <a:close/>
              </a:path>
            </a:pathLst>
          </a:custGeom>
          <a:solidFill>
            <a:srgbClr val="9B0000"/>
          </a:solidFill>
          <a:ln/>
        </p:spPr>
      </p:sp>
      <p:sp>
        <p:nvSpPr>
          <p:cNvPr id="3" name="Shape 1"/>
          <p:cNvSpPr/>
          <p:nvPr/>
        </p:nvSpPr>
        <p:spPr>
          <a:xfrm>
            <a:off x="0" y="2571750"/>
            <a:ext cx="9144000" cy="2571750"/>
          </a:xfrm>
          <a:custGeom>
            <a:avLst/>
            <a:gdLst/>
            <a:ahLst/>
            <a:cxnLst/>
            <a:rect l="l" t="t" r="r" b="b"/>
            <a:pathLst>
              <a:path w="9144000" h="2571750">
                <a:moveTo>
                  <a:pt x="0" y="0"/>
                </a:moveTo>
                <a:lnTo>
                  <a:pt x="9144000" y="0"/>
                </a:lnTo>
                <a:lnTo>
                  <a:pt x="9144000" y="2571750"/>
                </a:lnTo>
                <a:lnTo>
                  <a:pt x="0" y="2571750"/>
                </a:lnTo>
                <a:close/>
              </a:path>
            </a:pathLst>
          </a:custGeom>
          <a:solidFill>
            <a:srgbClr val="F2F2F2"/>
          </a:solidFill>
          <a:ln/>
        </p:spPr>
      </p:sp>
      <p:sp>
        <p:nvSpPr>
          <p:cNvPr id="4" name="Shape 2"/>
          <p:cNvSpPr/>
          <p:nvPr/>
        </p:nvSpPr>
        <p:spPr>
          <a:xfrm>
            <a:off x="365760" y="365760"/>
            <a:ext cx="8412480" cy="4407408"/>
          </a:xfrm>
          <a:custGeom>
            <a:avLst/>
            <a:gdLst/>
            <a:ahLst/>
            <a:cxnLst/>
            <a:rect l="l" t="t" r="r" b="b"/>
            <a:pathLst>
              <a:path w="8412480" h="4407408">
                <a:moveTo>
                  <a:pt x="0" y="0"/>
                </a:moveTo>
                <a:lnTo>
                  <a:pt x="8412480" y="0"/>
                </a:lnTo>
                <a:lnTo>
                  <a:pt x="8412480" y="4407408"/>
                </a:lnTo>
                <a:lnTo>
                  <a:pt x="0" y="4407408"/>
                </a:lnTo>
                <a:close/>
              </a:path>
            </a:pathLst>
          </a:custGeom>
          <a:solidFill>
            <a:srgbClr val="FFFFFF"/>
          </a:solidFill>
          <a:ln/>
          <a:effectLst>
            <a:outerShdw sx="100000" sy="100000" kx="0" ky="0" algn="bl" rotWithShape="0" blurRad="73152" dist="50800" dir="2700000">
              <a:srgbClr val="#808080">
                <a:alpha val="75000"/>
              </a:srgbClr>
            </a:outerShdw>
          </a:effectLst>
        </p:spPr>
      </p:sp>
      <p:sp>
        <p:nvSpPr>
          <p:cNvPr id="5" name="Text 3"/>
          <p:cNvSpPr/>
          <p:nvPr/>
        </p:nvSpPr>
        <p:spPr>
          <a:xfrm>
            <a:off x="822960" y="1554480"/>
            <a:ext cx="7498080" cy="92354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888" b="1" dirty="0">
                <a:solidFill>
                  <a:srgbClr val="333333"/>
                </a:solidFill>
                <a:latin typeface="微软雅黑" pitchFamily="34" charset="0"/>
                <a:ea typeface="微软雅黑" pitchFamily="34" charset="-122"/>
                <a:cs typeface="微软雅黑" pitchFamily="34" charset="-120"/>
              </a:rPr>
              <a:t>谢谢聆听 THANKS</a:t>
            </a:r>
            <a:endParaRPr lang="en-US" sz="1152" dirty="0"/>
          </a:p>
        </p:txBody>
      </p:sp>
      <p:sp>
        <p:nvSpPr>
          <p:cNvPr id="6" name="Shape 4"/>
          <p:cNvSpPr/>
          <p:nvPr/>
        </p:nvSpPr>
        <p:spPr>
          <a:xfrm>
            <a:off x="3205905" y="2571750"/>
            <a:ext cx="2732190" cy="0"/>
          </a:xfrm>
          <a:custGeom>
            <a:avLst/>
            <a:gdLst/>
            <a:ahLst/>
            <a:cxnLst/>
            <a:rect l="l" t="t" r="r" b="b"/>
            <a:pathLst>
              <a:path w="2732190" h="0">
                <a:moveTo>
                  <a:pt x="0" y="0"/>
                </a:moveTo>
                <a:lnTo>
                  <a:pt x="2732190" y="0"/>
                </a:lnTo>
              </a:path>
            </a:pathLst>
          </a:custGeom>
          <a:noFill/>
          <a:ln w="9144">
            <a:solidFill>
              <a:srgbClr val="9B0000"/>
            </a:solidFill>
            <a:prstDash val="solid"/>
            <a:headEnd type="none"/>
            <a:tailEnd type="none"/>
          </a:ln>
        </p:spPr>
      </p:sp>
      <p:sp>
        <p:nvSpPr>
          <p:cNvPr id="7" name="Text 5"/>
          <p:cNvSpPr/>
          <p:nvPr/>
        </p:nvSpPr>
        <p:spPr>
          <a:xfrm>
            <a:off x="3840480" y="2820268"/>
            <a:ext cx="1463040" cy="402336"/>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i="1" dirty="0">
                <a:solidFill>
                  <a:srgbClr val="333333"/>
                </a:solidFill>
                <a:latin typeface="微软雅黑" pitchFamily="34" charset="0"/>
                <a:ea typeface="微软雅黑" pitchFamily="34" charset="-122"/>
                <a:cs typeface="微软雅黑" pitchFamily="34" charset="-120"/>
              </a:rPr>
              <a:t>演讲人：XXX</a:t>
            </a:r>
            <a:endParaRPr lang="en-US" sz="1152" dirty="0"/>
          </a:p>
        </p:txBody>
      </p:sp>
      <p:sp>
        <p:nvSpPr>
          <p:cNvPr id="8" name="Shape 6"/>
          <p:cNvSpPr/>
          <p:nvPr/>
        </p:nvSpPr>
        <p:spPr>
          <a:xfrm>
            <a:off x="487811" y="432427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9" name="Shape 7"/>
          <p:cNvSpPr/>
          <p:nvPr/>
        </p:nvSpPr>
        <p:spPr>
          <a:xfrm rot="-5400000">
            <a:off x="8321040" y="432427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10" name="Shape 8"/>
          <p:cNvSpPr/>
          <p:nvPr/>
        </p:nvSpPr>
        <p:spPr>
          <a:xfrm rot="10800000">
            <a:off x="8321040" y="49724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11" name="Shape 9"/>
          <p:cNvSpPr/>
          <p:nvPr/>
        </p:nvSpPr>
        <p:spPr>
          <a:xfrm rot="5400000">
            <a:off x="487811" y="49724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5400000">
            <a:off x="655625" y="-655625"/>
            <a:ext cx="5143500" cy="6456578"/>
          </a:xfrm>
          <a:custGeom>
            <a:avLst/>
            <a:gdLst/>
            <a:ahLst/>
            <a:cxnLst/>
            <a:rect l="l" t="t" r="r" b="b"/>
            <a:pathLst>
              <a:path w="5143500" h="6456578">
                <a:moveTo>
                  <a:pt x="5143500" y="0"/>
                </a:moveTo>
                <a:lnTo>
                  <a:pt x="5143500" y="6456578"/>
                </a:lnTo>
                <a:lnTo>
                  <a:pt x="0" y="6456578"/>
                </a:lnTo>
                <a:lnTo>
                  <a:pt x="0" y="3228289"/>
                </a:lnTo>
                <a:lnTo>
                  <a:pt x="5143500" y="0"/>
                </a:lnTo>
                <a:close/>
              </a:path>
            </a:pathLst>
          </a:custGeom>
          <a:solidFill>
            <a:srgbClr val="9B0000"/>
          </a:solidFill>
          <a:ln/>
        </p:spPr>
      </p:sp>
      <p:sp>
        <p:nvSpPr>
          <p:cNvPr id="3" name="Shape 1"/>
          <p:cNvSpPr/>
          <p:nvPr/>
        </p:nvSpPr>
        <p:spPr>
          <a:xfrm flipH="1" flipV="1" rot="5400000">
            <a:off x="3618323" y="-393234"/>
            <a:ext cx="5157856" cy="5939752"/>
          </a:xfrm>
          <a:custGeom>
            <a:avLst/>
            <a:gdLst/>
            <a:ahLst/>
            <a:cxnLst/>
            <a:rect l="l" t="t" r="r" b="b"/>
            <a:pathLst>
              <a:path w="5157856" h="5939752">
                <a:moveTo>
                  <a:pt x="5157856" y="0"/>
                </a:moveTo>
                <a:lnTo>
                  <a:pt x="5157856" y="5939752"/>
                </a:lnTo>
                <a:lnTo>
                  <a:pt x="0" y="5939752"/>
                </a:lnTo>
                <a:lnTo>
                  <a:pt x="0" y="2969876"/>
                </a:lnTo>
                <a:lnTo>
                  <a:pt x="5157856" y="0"/>
                </a:lnTo>
                <a:close/>
              </a:path>
            </a:pathLst>
          </a:custGeom>
          <a:solidFill>
            <a:srgbClr val="F2F2F2"/>
          </a:solidFill>
          <a:ln/>
        </p:spPr>
      </p:sp>
      <p:sp>
        <p:nvSpPr>
          <p:cNvPr id="4" name="Shape 2"/>
          <p:cNvSpPr/>
          <p:nvPr/>
        </p:nvSpPr>
        <p:spPr>
          <a:xfrm>
            <a:off x="365760" y="365760"/>
            <a:ext cx="8412480" cy="4407408"/>
          </a:xfrm>
          <a:custGeom>
            <a:avLst/>
            <a:gdLst/>
            <a:ahLst/>
            <a:cxnLst/>
            <a:rect l="l" t="t" r="r" b="b"/>
            <a:pathLst>
              <a:path w="8412480" h="4407408">
                <a:moveTo>
                  <a:pt x="0" y="0"/>
                </a:moveTo>
                <a:lnTo>
                  <a:pt x="8412480" y="0"/>
                </a:lnTo>
                <a:lnTo>
                  <a:pt x="8412480" y="4407408"/>
                </a:lnTo>
                <a:lnTo>
                  <a:pt x="0" y="4407408"/>
                </a:lnTo>
                <a:close/>
              </a:path>
            </a:pathLst>
          </a:custGeom>
          <a:solidFill>
            <a:srgbClr val="FFFFFF"/>
          </a:solidFill>
          <a:ln/>
          <a:effectLst>
            <a:outerShdw sx="100000" sy="100000" kx="0" ky="0" algn="bl" rotWithShape="0" blurRad="73152" dist="50800" dir="2700000">
              <a:srgbClr val="#808080">
                <a:alpha val="75000"/>
              </a:srgbClr>
            </a:outerShdw>
          </a:effectLst>
        </p:spPr>
      </p:sp>
      <p:sp>
        <p:nvSpPr>
          <p:cNvPr id="5" name="Shape 3"/>
          <p:cNvSpPr/>
          <p:nvPr/>
        </p:nvSpPr>
        <p:spPr>
          <a:xfrm>
            <a:off x="487811" y="432427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6" name="Shape 4"/>
          <p:cNvSpPr/>
          <p:nvPr/>
        </p:nvSpPr>
        <p:spPr>
          <a:xfrm rot="-5400000">
            <a:off x="8321040" y="432427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7" name="Shape 5"/>
          <p:cNvSpPr/>
          <p:nvPr/>
        </p:nvSpPr>
        <p:spPr>
          <a:xfrm rot="10800000">
            <a:off x="8321040" y="49724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8" name="Shape 6"/>
          <p:cNvSpPr/>
          <p:nvPr/>
        </p:nvSpPr>
        <p:spPr>
          <a:xfrm rot="5400000">
            <a:off x="487811" y="497248"/>
            <a:ext cx="335149" cy="335149"/>
          </a:xfrm>
          <a:custGeom>
            <a:avLst/>
            <a:gdLst/>
            <a:ahLst/>
            <a:cxnLst/>
            <a:rect l="l" t="t" r="r" b="b"/>
            <a:pathLst>
              <a:path w="335149" h="335149">
                <a:moveTo>
                  <a:pt x="0" y="0"/>
                </a:moveTo>
                <a:lnTo>
                  <a:pt x="0" y="335149"/>
                </a:lnTo>
                <a:lnTo>
                  <a:pt x="335149" y="335149"/>
                </a:lnTo>
                <a:lnTo>
                  <a:pt x="335149" y="301634"/>
                </a:lnTo>
                <a:lnTo>
                  <a:pt x="33515" y="301634"/>
                </a:lnTo>
                <a:lnTo>
                  <a:pt x="33515" y="0"/>
                </a:lnTo>
                <a:close/>
              </a:path>
            </a:pathLst>
          </a:custGeom>
          <a:solidFill>
            <a:srgbClr val="9B0000"/>
          </a:solidFill>
          <a:ln/>
        </p:spPr>
      </p:sp>
      <p:sp>
        <p:nvSpPr>
          <p:cNvPr id="9" name="Text 7"/>
          <p:cNvSpPr/>
          <p:nvPr/>
        </p:nvSpPr>
        <p:spPr>
          <a:xfrm>
            <a:off x="822960" y="1554480"/>
            <a:ext cx="7498080" cy="92354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888" b="1" dirty="0">
                <a:solidFill>
                  <a:srgbClr val="333333"/>
                </a:solidFill>
                <a:latin typeface="微软雅黑" pitchFamily="34" charset="0"/>
                <a:ea typeface="微软雅黑" pitchFamily="34" charset="-122"/>
                <a:cs typeface="微软雅黑" pitchFamily="34" charset="-120"/>
              </a:rPr>
              <a:t>谢谢聆听 THANKS</a:t>
            </a:r>
            <a:endParaRPr lang="en-US" sz="1152" dirty="0"/>
          </a:p>
        </p:txBody>
      </p:sp>
      <p:sp>
        <p:nvSpPr>
          <p:cNvPr id="10" name="Shape 8"/>
          <p:cNvSpPr/>
          <p:nvPr/>
        </p:nvSpPr>
        <p:spPr>
          <a:xfrm>
            <a:off x="3205905" y="2571750"/>
            <a:ext cx="2732190" cy="0"/>
          </a:xfrm>
          <a:custGeom>
            <a:avLst/>
            <a:gdLst/>
            <a:ahLst/>
            <a:cxnLst/>
            <a:rect l="l" t="t" r="r" b="b"/>
            <a:pathLst>
              <a:path w="2732190" h="0">
                <a:moveTo>
                  <a:pt x="0" y="0"/>
                </a:moveTo>
                <a:lnTo>
                  <a:pt x="2732190" y="0"/>
                </a:lnTo>
              </a:path>
            </a:pathLst>
          </a:custGeom>
          <a:noFill/>
          <a:ln w="9144">
            <a:solidFill>
              <a:srgbClr val="9B0000"/>
            </a:solidFill>
            <a:prstDash val="solid"/>
            <a:headEnd type="none"/>
            <a:tailEnd type="none"/>
          </a:ln>
        </p:spPr>
      </p:sp>
      <p:sp>
        <p:nvSpPr>
          <p:cNvPr id="11" name="Text 9"/>
          <p:cNvSpPr/>
          <p:nvPr/>
        </p:nvSpPr>
        <p:spPr>
          <a:xfrm>
            <a:off x="3840480" y="2820268"/>
            <a:ext cx="1463040" cy="402336"/>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1152" i="1" dirty="0">
                <a:solidFill>
                  <a:srgbClr val="333333"/>
                </a:solidFill>
                <a:latin typeface="微软雅黑" pitchFamily="34" charset="0"/>
                <a:ea typeface="微软雅黑" pitchFamily="34" charset="-122"/>
                <a:cs typeface="微软雅黑" pitchFamily="34" charset="-120"/>
              </a:rPr>
              <a:t>演讲人：XXX</a:t>
            </a:r>
            <a:endParaRPr lang="en-US" sz="1152"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1200607"/>
            <a:ext cx="9144000" cy="2743200"/>
          </a:xfrm>
          <a:custGeom>
            <a:avLst/>
            <a:gdLst/>
            <a:ahLst/>
            <a:cxnLst/>
            <a:rect l="l" t="t" r="r" b="b"/>
            <a:pathLst>
              <a:path w="9144000" h="2743200">
                <a:moveTo>
                  <a:pt x="0" y="0"/>
                </a:moveTo>
                <a:lnTo>
                  <a:pt x="9144000" y="0"/>
                </a:lnTo>
                <a:lnTo>
                  <a:pt x="9144000" y="2743200"/>
                </a:lnTo>
                <a:lnTo>
                  <a:pt x="0" y="2743200"/>
                </a:lnTo>
                <a:close/>
              </a:path>
            </a:pathLst>
          </a:custGeom>
          <a:solidFill>
            <a:srgbClr val="9B0000">
              <a:alpha val="70000"/>
            </a:srgbClr>
          </a:solidFill>
          <a:ln/>
        </p:spPr>
      </p:sp>
      <p:sp>
        <p:nvSpPr>
          <p:cNvPr id="4" name="Text 1"/>
          <p:cNvSpPr/>
          <p:nvPr/>
        </p:nvSpPr>
        <p:spPr>
          <a:xfrm>
            <a:off x="1463040" y="1837915"/>
            <a:ext cx="6217920" cy="92354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888" b="1" dirty="0">
                <a:solidFill>
                  <a:srgbClr val="FFFFFF"/>
                </a:solidFill>
                <a:latin typeface="微软雅黑" pitchFamily="34" charset="0"/>
                <a:ea typeface="微软雅黑" pitchFamily="34" charset="-122"/>
                <a:cs typeface="微软雅黑" pitchFamily="34" charset="-120"/>
              </a:rPr>
              <a:t>谢谢聆听</a:t>
            </a:r>
            <a:endParaRPr lang="en-US" sz="1152" dirty="0"/>
          </a:p>
        </p:txBody>
      </p:sp>
      <p:sp>
        <p:nvSpPr>
          <p:cNvPr id="5" name="Shape 2"/>
          <p:cNvSpPr/>
          <p:nvPr/>
        </p:nvSpPr>
        <p:spPr>
          <a:xfrm>
            <a:off x="3273698" y="2761459"/>
            <a:ext cx="2596603" cy="0"/>
          </a:xfrm>
          <a:custGeom>
            <a:avLst/>
            <a:gdLst/>
            <a:ahLst/>
            <a:cxnLst/>
            <a:rect l="l" t="t" r="r" b="b"/>
            <a:pathLst>
              <a:path w="2596603" h="0">
                <a:moveTo>
                  <a:pt x="0" y="0"/>
                </a:moveTo>
                <a:lnTo>
                  <a:pt x="2596603" y="0"/>
                </a:lnTo>
              </a:path>
            </a:pathLst>
          </a:custGeom>
          <a:noFill/>
          <a:ln w="9144">
            <a:solidFill>
              <a:srgbClr val="FFFFFF"/>
            </a:solidFill>
            <a:prstDash val="solid"/>
            <a:headEnd type="none"/>
            <a:tailEnd type="none"/>
          </a:ln>
        </p:spPr>
      </p:sp>
      <p:sp>
        <p:nvSpPr>
          <p:cNvPr id="6" name="Text 3"/>
          <p:cNvSpPr/>
          <p:nvPr/>
        </p:nvSpPr>
        <p:spPr>
          <a:xfrm>
            <a:off x="2395271" y="2854936"/>
            <a:ext cx="4353458"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2304" dirty="0">
                <a:solidFill>
                  <a:srgbClr val="FFFFFF"/>
                </a:solidFill>
                <a:latin typeface="微软雅黑" pitchFamily="34" charset="0"/>
                <a:ea typeface="微软雅黑" pitchFamily="34" charset="-122"/>
                <a:cs typeface="微软雅黑" pitchFamily="34" charset="-120"/>
              </a:rPr>
              <a:t>THANKS</a:t>
            </a:r>
            <a:endParaRPr lang="en-US" sz="1152"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103120" y="102870"/>
            <a:ext cx="4937760" cy="4937760"/>
          </a:xfrm>
          <a:custGeom>
            <a:avLst/>
            <a:gdLst/>
            <a:ahLst/>
            <a:cxnLst/>
            <a:rect l="l" t="t" r="r" b="b"/>
            <a:pathLst>
              <a:path w="4937760" h="4937760">
                <a:moveTo>
                  <a:pt x="2468880" y="0"/>
                </a:moveTo>
                <a:cubicBezTo>
                  <a:pt x="3831492" y="0"/>
                  <a:pt x="4937760" y="1106268"/>
                  <a:pt x="4937760" y="2468880"/>
                </a:cubicBezTo>
                <a:cubicBezTo>
                  <a:pt x="4937760" y="3831492"/>
                  <a:pt x="3831492" y="4937760"/>
                  <a:pt x="2468880" y="4937760"/>
                </a:cubicBezTo>
                <a:cubicBezTo>
                  <a:pt x="1106268" y="4937760"/>
                  <a:pt x="0" y="3831492"/>
                  <a:pt x="0" y="2468880"/>
                </a:cubicBezTo>
                <a:cubicBezTo>
                  <a:pt x="0" y="1106268"/>
                  <a:pt x="1106268" y="0"/>
                  <a:pt x="2468880" y="0"/>
                </a:cubicBezTo>
                <a:close/>
              </a:path>
            </a:pathLst>
          </a:custGeom>
          <a:solidFill>
            <a:srgbClr val="FFFFFF">
              <a:alpha val="0"/>
            </a:srgbClr>
          </a:solidFill>
          <a:ln w="18288">
            <a:solidFill>
              <a:srgbClr val="9B0000">
                <a:alpha val="70000"/>
              </a:srgbClr>
            </a:solidFill>
            <a:prstDash val="solid"/>
          </a:ln>
        </p:spPr>
      </p:sp>
      <p:sp>
        <p:nvSpPr>
          <p:cNvPr id="4" name="Shape 1"/>
          <p:cNvSpPr/>
          <p:nvPr/>
        </p:nvSpPr>
        <p:spPr>
          <a:xfrm>
            <a:off x="2194560" y="194310"/>
            <a:ext cx="4754880" cy="4754880"/>
          </a:xfrm>
          <a:custGeom>
            <a:avLst/>
            <a:gdLst/>
            <a:ahLst/>
            <a:cxnLst/>
            <a:rect l="l" t="t" r="r" b="b"/>
            <a:pathLst>
              <a:path w="4754880" h="4754880">
                <a:moveTo>
                  <a:pt x="2377440" y="0"/>
                </a:moveTo>
                <a:cubicBezTo>
                  <a:pt x="3689585" y="0"/>
                  <a:pt x="4754880" y="1065295"/>
                  <a:pt x="4754880" y="2377440"/>
                </a:cubicBezTo>
                <a:cubicBezTo>
                  <a:pt x="4754880" y="3689585"/>
                  <a:pt x="3689585" y="4754880"/>
                  <a:pt x="2377440" y="4754880"/>
                </a:cubicBezTo>
                <a:cubicBezTo>
                  <a:pt x="1065295" y="4754880"/>
                  <a:pt x="0" y="3689585"/>
                  <a:pt x="0" y="2377440"/>
                </a:cubicBezTo>
                <a:cubicBezTo>
                  <a:pt x="0" y="1065295"/>
                  <a:pt x="1065295" y="0"/>
                  <a:pt x="2377440" y="0"/>
                </a:cubicBezTo>
                <a:close/>
              </a:path>
            </a:pathLst>
          </a:custGeom>
          <a:solidFill>
            <a:srgbClr val="9B0000">
              <a:alpha val="70000"/>
            </a:srgbClr>
          </a:solidFill>
          <a:ln/>
        </p:spPr>
      </p:sp>
      <p:sp>
        <p:nvSpPr>
          <p:cNvPr id="5" name="Text 2"/>
          <p:cNvSpPr/>
          <p:nvPr/>
        </p:nvSpPr>
        <p:spPr>
          <a:xfrm>
            <a:off x="2393636" y="1811655"/>
            <a:ext cx="4353596" cy="923544"/>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3888" b="1" dirty="0">
                <a:solidFill>
                  <a:srgbClr val="FFFFFF"/>
                </a:solidFill>
                <a:latin typeface="微软雅黑" pitchFamily="34" charset="0"/>
                <a:ea typeface="微软雅黑" pitchFamily="34" charset="-122"/>
                <a:cs typeface="微软雅黑" pitchFamily="34" charset="-120"/>
              </a:rPr>
              <a:t>谢谢聆听</a:t>
            </a:r>
            <a:endParaRPr lang="en-US" sz="1152" dirty="0"/>
          </a:p>
        </p:txBody>
      </p:sp>
      <p:sp>
        <p:nvSpPr>
          <p:cNvPr id="6" name="Shape 3"/>
          <p:cNvSpPr/>
          <p:nvPr/>
        </p:nvSpPr>
        <p:spPr>
          <a:xfrm>
            <a:off x="4129722" y="2739771"/>
            <a:ext cx="833970" cy="0"/>
          </a:xfrm>
          <a:custGeom>
            <a:avLst/>
            <a:gdLst/>
            <a:ahLst/>
            <a:cxnLst/>
            <a:rect l="l" t="t" r="r" b="b"/>
            <a:pathLst>
              <a:path w="833970" h="0">
                <a:moveTo>
                  <a:pt x="0" y="0"/>
                </a:moveTo>
                <a:lnTo>
                  <a:pt x="833970" y="0"/>
                </a:lnTo>
              </a:path>
            </a:pathLst>
          </a:custGeom>
          <a:noFill/>
          <a:ln w="9144">
            <a:solidFill>
              <a:srgbClr val="FFFFFF"/>
            </a:solidFill>
            <a:prstDash val="solid"/>
            <a:headEnd type="none"/>
            <a:tailEnd type="none"/>
          </a:ln>
        </p:spPr>
      </p:sp>
      <p:sp>
        <p:nvSpPr>
          <p:cNvPr id="7" name="Text 4"/>
          <p:cNvSpPr/>
          <p:nvPr/>
        </p:nvSpPr>
        <p:spPr>
          <a:xfrm>
            <a:off x="2395271" y="2854936"/>
            <a:ext cx="4353458" cy="621792"/>
          </a:xfrm>
          <a:prstGeom prst="rect">
            <a:avLst/>
          </a:prstGeom>
          <a:solidFill>
            <a:srgbClr val="FFFFFF">
              <a:alpha val="0"/>
            </a:srgbClr>
          </a:solidFill>
          <a:ln/>
        </p:spPr>
        <p:txBody>
          <a:bodyPr wrap="square" lIns="91440" tIns="38405" rIns="91440" bIns="0" rtlCol="0" anchor="t"/>
          <a:lstStyle/>
          <a:p>
            <a:pPr algn="ctr" indent="0" marL="0">
              <a:lnSpc>
                <a:spcPct val="150000"/>
              </a:lnSpc>
              <a:buNone/>
            </a:pPr>
            <a:r>
              <a:rPr lang="en-US" sz="2304" dirty="0">
                <a:solidFill>
                  <a:srgbClr val="FFFFFF"/>
                </a:solidFill>
                <a:latin typeface="微软雅黑" pitchFamily="34" charset="0"/>
                <a:ea typeface="微软雅黑" pitchFamily="34" charset="-122"/>
                <a:cs typeface="微软雅黑" pitchFamily="34" charset="-120"/>
              </a:rPr>
              <a:t>THANKS</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2026-02-14T04:29:18Z</dcterms:created>
  <dcterms:modified xsi:type="dcterms:W3CDTF">2026-02-14T04:29:18Z</dcterms:modified>
</cp:coreProperties>
</file>